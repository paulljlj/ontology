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8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53d871553437d" /><Relationship Type="http://schemas.openxmlformats.org/officeDocument/2006/relationships/extended-properties" Target="/docProps/app.xml" Id="R049fec6ce8d247a4" /><Relationship Type="http://schemas.openxmlformats.org/officeDocument/2006/relationships/officeDocument" Target="/ppt/presentation.xml" Id="R20b7d577efd94b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8bfa47b45544eb"/>
    <p:sldMasterId xmlns:r="http://schemas.openxmlformats.org/officeDocument/2006/relationships" id="2147483660" r:id="R0f16c9af4b694b38"/>
    <p:sldMasterId xmlns:r="http://schemas.openxmlformats.org/officeDocument/2006/relationships" id="2147483662" r:id="R3115a782b80a493a"/>
    <p:sldMasterId xmlns:r="http://schemas.openxmlformats.org/officeDocument/2006/relationships" id="2147483674" r:id="R1b829e52b1af40e4"/>
    <p:sldMasterId xmlns:r="http://schemas.openxmlformats.org/officeDocument/2006/relationships" id="2147483686" r:id="Rc6bbf86b057f4c9b"/>
    <p:sldMasterId xmlns:r="http://schemas.openxmlformats.org/officeDocument/2006/relationships" id="2147483692" r:id="Raaa7bf8c1ff34e99"/>
  </p:sldMasterIdLst>
  <p:notesMasterIdLst>
    <p:notesMasterId xmlns:r="http://schemas.openxmlformats.org/officeDocument/2006/relationships" r:id="R6e48820b1b0742b0"/>
  </p:notesMasterIdLst>
  <p:sldIdLst>
    <p:sldId xmlns:r="http://schemas.openxmlformats.org/officeDocument/2006/relationships" id="256" r:id="Rbcf43410d3624bac"/>
    <p:sldId xmlns:r="http://schemas.openxmlformats.org/officeDocument/2006/relationships" id="257" r:id="R914ace183d2441fc"/>
    <p:sldId xmlns:r="http://schemas.openxmlformats.org/officeDocument/2006/relationships" id="258" r:id="Rfdb9f0e9cb4747be"/>
    <p:sldId xmlns:r="http://schemas.openxmlformats.org/officeDocument/2006/relationships" id="259" r:id="R934e4b08314b410a"/>
    <p:sldId xmlns:r="http://schemas.openxmlformats.org/officeDocument/2006/relationships" id="260" r:id="Re61bd52820ef4eb3"/>
    <p:sldId xmlns:r="http://schemas.openxmlformats.org/officeDocument/2006/relationships" id="261" r:id="R19c9f31316e247da"/>
    <p:sldId xmlns:r="http://schemas.openxmlformats.org/officeDocument/2006/relationships" id="262" r:id="R068e611bdf1d4940"/>
    <p:sldId xmlns:r="http://schemas.openxmlformats.org/officeDocument/2006/relationships" id="263" r:id="R3dff6ca1e9c4472a"/>
    <p:sldId xmlns:r="http://schemas.openxmlformats.org/officeDocument/2006/relationships" id="264" r:id="Rbc644e9ab12a4ff2"/>
    <p:sldId xmlns:r="http://schemas.openxmlformats.org/officeDocument/2006/relationships" id="265" r:id="R3cda9a8ab45147e8"/>
    <p:sldId xmlns:r="http://schemas.openxmlformats.org/officeDocument/2006/relationships" id="266" r:id="R9639809abfdb4553"/>
    <p:sldId xmlns:r="http://schemas.openxmlformats.org/officeDocument/2006/relationships" id="267" r:id="Raa781e449c5c4998"/>
    <p:sldId xmlns:r="http://schemas.openxmlformats.org/officeDocument/2006/relationships" id="268" r:id="R93b24260d53046bb"/>
    <p:sldId xmlns:r="http://schemas.openxmlformats.org/officeDocument/2006/relationships" id="269" r:id="R03b4c108e1bf400c"/>
    <p:sldId xmlns:r="http://schemas.openxmlformats.org/officeDocument/2006/relationships" id="270" r:id="R7277a26d5ec04c99"/>
    <p:sldId xmlns:r="http://schemas.openxmlformats.org/officeDocument/2006/relationships" id="271" r:id="R7c3e898c0e8c47ca"/>
    <p:sldId xmlns:r="http://schemas.openxmlformats.org/officeDocument/2006/relationships" id="272" r:id="R4a5d6de79a56423c"/>
    <p:sldId xmlns:r="http://schemas.openxmlformats.org/officeDocument/2006/relationships" id="273" r:id="R2deffc713e99424b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aaf2611f29423a" /><Relationship Type="http://schemas.openxmlformats.org/officeDocument/2006/relationships/slideMaster" Target="/ppt/slideMasters/slideMaster1.xml" Id="R3e8bfa47b45544eb" /><Relationship Type="http://schemas.openxmlformats.org/officeDocument/2006/relationships/slideMaster" Target="/ppt/slideMasters/slideMaster2.xml" Id="R0f16c9af4b694b38" /><Relationship Type="http://schemas.openxmlformats.org/officeDocument/2006/relationships/slideMaster" Target="/ppt/slideMasters/slideMaster3.xml" Id="R3115a782b80a493a" /><Relationship Type="http://schemas.openxmlformats.org/officeDocument/2006/relationships/slideMaster" Target="/ppt/slideMasters/slideMaster4.xml" Id="R1b829e52b1af40e4" /><Relationship Type="http://schemas.openxmlformats.org/officeDocument/2006/relationships/slideMaster" Target="/ppt/slideMasters/slideMaster5.xml" Id="Rc6bbf86b057f4c9b" /><Relationship Type="http://schemas.openxmlformats.org/officeDocument/2006/relationships/slideMaster" Target="/ppt/slideMasters/slideMaster6.xml" Id="Raaa7bf8c1ff34e99" /><Relationship Type="http://schemas.openxmlformats.org/officeDocument/2006/relationships/notesMaster" Target="/ppt/notesMasters/notesMaster1.xml" Id="R6e48820b1b0742b0" /><Relationship Type="http://schemas.openxmlformats.org/officeDocument/2006/relationships/presProps" Target="/ppt/presProps.xml" Id="R0089d1e2efc0407c" /><Relationship Type="http://schemas.openxmlformats.org/officeDocument/2006/relationships/viewProps" Target="/ppt/viewProps.xml" Id="Rbd20e9d92fcd4d1c" /><Relationship Type="http://schemas.openxmlformats.org/officeDocument/2006/relationships/tableStyles" Target="/ppt/tableStyles.xml" Id="Rf6404fbbaeae4483" /><Relationship Type="http://schemas.openxmlformats.org/officeDocument/2006/relationships/slide" Target="/ppt/slides/slide1.xml" Id="Rbcf43410d3624bac" /><Relationship Type="http://schemas.openxmlformats.org/officeDocument/2006/relationships/slide" Target="/ppt/slides/slide2.xml" Id="R914ace183d2441fc" /><Relationship Type="http://schemas.openxmlformats.org/officeDocument/2006/relationships/slide" Target="/ppt/slides/slide3.xml" Id="Rfdb9f0e9cb4747be" /><Relationship Type="http://schemas.openxmlformats.org/officeDocument/2006/relationships/slide" Target="/ppt/slides/slide4.xml" Id="R934e4b08314b410a" /><Relationship Type="http://schemas.openxmlformats.org/officeDocument/2006/relationships/slide" Target="/ppt/slides/slide5.xml" Id="Re61bd52820ef4eb3" /><Relationship Type="http://schemas.openxmlformats.org/officeDocument/2006/relationships/slide" Target="/ppt/slides/slide6.xml" Id="R19c9f31316e247da" /><Relationship Type="http://schemas.openxmlformats.org/officeDocument/2006/relationships/slide" Target="/ppt/slides/slide7.xml" Id="R068e611bdf1d4940" /><Relationship Type="http://schemas.openxmlformats.org/officeDocument/2006/relationships/slide" Target="/ppt/slides/slide8.xml" Id="R3dff6ca1e9c4472a" /><Relationship Type="http://schemas.openxmlformats.org/officeDocument/2006/relationships/slide" Target="/ppt/slides/slide9.xml" Id="Rbc644e9ab12a4ff2" /><Relationship Type="http://schemas.openxmlformats.org/officeDocument/2006/relationships/slide" Target="/ppt/slides/slide10.xml" Id="R3cda9a8ab45147e8" /><Relationship Type="http://schemas.openxmlformats.org/officeDocument/2006/relationships/slide" Target="/ppt/slides/slide11.xml" Id="R9639809abfdb4553" /><Relationship Type="http://schemas.openxmlformats.org/officeDocument/2006/relationships/slide" Target="/ppt/slides/slide12.xml" Id="Raa781e449c5c4998" /><Relationship Type="http://schemas.openxmlformats.org/officeDocument/2006/relationships/slide" Target="/ppt/slides/slide13.xml" Id="R93b24260d53046bb" /><Relationship Type="http://schemas.openxmlformats.org/officeDocument/2006/relationships/slide" Target="/ppt/slides/slide14.xml" Id="R03b4c108e1bf400c" /><Relationship Type="http://schemas.openxmlformats.org/officeDocument/2006/relationships/slide" Target="/ppt/slides/slide15.xml" Id="R7277a26d5ec04c99" /><Relationship Type="http://schemas.openxmlformats.org/officeDocument/2006/relationships/slide" Target="/ppt/slides/slide16.xml" Id="R7c3e898c0e8c47ca" /><Relationship Type="http://schemas.openxmlformats.org/officeDocument/2006/relationships/slide" Target="/ppt/slides/slide17.xml" Id="R4a5d6de79a56423c" /><Relationship Type="http://schemas.openxmlformats.org/officeDocument/2006/relationships/slide" Target="/ppt/slides/slide18.xml" Id="R2deffc713e99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8.xml" Id="Rd65a97d43d814a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02faba197741fb" /><Relationship Type="http://schemas.openxmlformats.org/officeDocument/2006/relationships/notesMaster" Target="/ppt/notesMasters/notesMaster1.xml" Id="Re4ec0c463d804d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f1f945b0394693" /><Relationship Type="http://schemas.openxmlformats.org/officeDocument/2006/relationships/notesMaster" Target="/ppt/notesMasters/notesMaster1.xml" Id="Ra1fa5b23e52740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520a267b39484b" /><Relationship Type="http://schemas.openxmlformats.org/officeDocument/2006/relationships/notesMaster" Target="/ppt/notesMasters/notesMaster1.xml" Id="Ra746c81f259f4b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c893385e424c5a" /><Relationship Type="http://schemas.openxmlformats.org/officeDocument/2006/relationships/notesMaster" Target="/ppt/notesMasters/notesMaster1.xml" Id="R3a7c3f1fcfe648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94420ed8a749a3" /><Relationship Type="http://schemas.openxmlformats.org/officeDocument/2006/relationships/notesMaster" Target="/ppt/notesMasters/notesMaster1.xml" Id="R4b403395993243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c28cdb00854e90" /><Relationship Type="http://schemas.openxmlformats.org/officeDocument/2006/relationships/notesMaster" Target="/ppt/notesMasters/notesMaster1.xml" Id="Ra252f628844e4f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d70851e43d41fd" /><Relationship Type="http://schemas.openxmlformats.org/officeDocument/2006/relationships/notesMaster" Target="/ppt/notesMasters/notesMaster1.xml" Id="Rafa2f45b461e47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fc1d372d644bbb" /><Relationship Type="http://schemas.openxmlformats.org/officeDocument/2006/relationships/notesMaster" Target="/ppt/notesMasters/notesMaster1.xml" Id="Rec6df49039a945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b7c3ee54c44347" /><Relationship Type="http://schemas.openxmlformats.org/officeDocument/2006/relationships/notesMaster" Target="/ppt/notesMasters/notesMaster1.xml" Id="R3e060e6f0f094f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9840cd9dd54b03" /><Relationship Type="http://schemas.openxmlformats.org/officeDocument/2006/relationships/notesMaster" Target="/ppt/notesMasters/notesMaster1.xml" Id="R3a25930256d84c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8916d771b14a78" /><Relationship Type="http://schemas.openxmlformats.org/officeDocument/2006/relationships/notesMaster" Target="/ppt/notesMasters/notesMaster1.xml" Id="R3a5a41e664fd47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97deb2c576447c" /><Relationship Type="http://schemas.openxmlformats.org/officeDocument/2006/relationships/notesMaster" Target="/ppt/notesMasters/notesMaster1.xml" Id="R4cca861aef3546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e42c52f1d84038" /><Relationship Type="http://schemas.openxmlformats.org/officeDocument/2006/relationships/notesMaster" Target="/ppt/notesMasters/notesMaster1.xml" Id="R97edc14a83ec4e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6af59af8bb4871" /><Relationship Type="http://schemas.openxmlformats.org/officeDocument/2006/relationships/notesMaster" Target="/ppt/notesMasters/notesMaster1.xml" Id="Rc7b7a0bcac9b47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c13d9c41e04e37" /><Relationship Type="http://schemas.openxmlformats.org/officeDocument/2006/relationships/notesMaster" Target="/ppt/notesMasters/notesMaster1.xml" Id="R1a6f116cbbb546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5e9b79d2cf4e0e" /><Relationship Type="http://schemas.openxmlformats.org/officeDocument/2006/relationships/notesMaster" Target="/ppt/notesMasters/notesMaster1.xml" Id="R576d27f347704c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89d9f39cca4aed" /><Relationship Type="http://schemas.openxmlformats.org/officeDocument/2006/relationships/notesMaster" Target="/ppt/notesMasters/notesMaster1.xml" Id="Rcd9aad74b9794a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080b0d1b7243bd" /><Relationship Type="http://schemas.openxmlformats.org/officeDocument/2006/relationships/notesMaster" Target="/ppt/notesMasters/notesMaster1.xml" Id="Raa6d56014b8e4a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汇报内容：已有的本体任务工作台、卫星网络异常排查的首版流程、所需数据与领域规则，以及两人分工。卫星场景仍是拟新增应用。封面沿用用户提供的校园照片与学校标识。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已有功能依据原Ontology-software.pptx第13、20、25—30页，并核对backend/app/application/workflows.py、report_workflow.py、domain/ontology.py、domain/reasoner.py、infrastructure/ai_provider.py、mcp/server.py。软件研发链默认RuleBasedProvider和Mock演示能力；LLMProvider需配置后使用。数据报表的任务选择目前是规则/意图关键词与任务目录匹配，不是OWL自动规划任意任务。卫星专用查询与RCA尚未实现。</a:t>
            </a:r>
          </a:p>
          <a:p xmlns:a="http://schemas.openxmlformats.org/drawingml/2006/main">
            <a:pPr algn="l">
              <a:buNone/>
            </a:pPr>
            <a:r>
              <a:t/>
            </a:r>
          </a:p>
          <a:p xmlns:a="http://schemas.openxmlformats.org/drawingml/2006/main">
            <a:pPr algn="l">
              <a:buNone/>
            </a:pPr>
            <a:r>
              <a:t>repo</a:t>
            </a:r>
          </a:p>
          <a:p xmlns:a="http://schemas.openxmlformats.org/drawingml/2006/main">
            <a:pPr algn="l">
              <a:buNone/>
            </a:pPr>
            <a:r>
              <a:t>https://github.com/paulljlj/ontology</a:t>
            </a:r>
          </a:p>
          <a:p xmlns:a="http://schemas.openxmlformats.org/drawingml/2006/main">
            <a:pPr algn="l">
              <a:buNone/>
            </a:pPr>
            <a:r>
              <a:t>owl</a:t>
            </a:r>
          </a:p>
          <a:p xmlns:a="http://schemas.openxmlformats.org/drawingml/2006/main">
            <a:pPr algn="l">
              <a:buNone/>
            </a:pPr>
            <a:r>
              <a:t>https://www.w3.org/TR/owl2-primer/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这是依据现有软件PPT及代码整理的逻辑技术流程。上方六个框是两类工作流的共性，并非声称每次报表都执行研发Spec/Plan步骤。当前report_workflow.py通过结果合同及规则编译报表任务，执行器直接分派Python处理函数；MCP工具是外部Agent调用入口，不表示所有内部执行均经MCP。OWL与推理机负责模型约束与已有逻辑关系，不能代替数值统计。默认规则/Mock，配置后可用LLMProvider。</a:t>
            </a:r>
          </a:p>
          <a:p xmlns:a="http://schemas.openxmlformats.org/drawingml/2006/main">
            <a:pPr algn="l">
              <a:buNone/>
            </a:pPr>
            <a:r>
              <a:t/>
            </a:r>
          </a:p>
          <a:p xmlns:a="http://schemas.openxmlformats.org/drawingml/2006/main">
            <a:pPr algn="l">
              <a:buNone/>
            </a:pPr>
            <a:r>
              <a:t>repo</a:t>
            </a:r>
          </a:p>
          <a:p xmlns:a="http://schemas.openxmlformats.org/drawingml/2006/main">
            <a:pPr algn="l">
              <a:buNone/>
            </a:pPr>
            <a:r>
              <a:t>https://github.com/paulljlj/ontology</a:t>
            </a:r>
          </a:p>
          <a:p xmlns:a="http://schemas.openxmlformats.org/drawingml/2006/main">
            <a:pPr algn="l">
              <a:buNone/>
            </a:pPr>
            <a:r>
              <a:t>owl</a:t>
            </a:r>
          </a:p>
          <a:p xmlns:a="http://schemas.openxmlformats.org/drawingml/2006/main">
            <a:pPr algn="l">
              <a:buNone/>
            </a:pPr>
            <a:r>
              <a:t>https://www.w3.org/TR/owl2-primer/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截图来源：用户提供的现有本体智能工作台。页面中使用销售与回款演示数据，说明已有任务执行与本体图谱展示能力，不表示卫星场景已经实现。原始截图与裁剪比例保持不变。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截图来源：用户提供的结果回答与报告前端图。当前是销售/回款分析的内置演示数据，不属于卫星遥测。保留原图及裁剪比例，不修改图中文字或数值。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场景截图由用户提供。数字和时间来自需求示意，不是已验证的真实卫星观测。已有系统可以复用任务与报告框架，本次拟新增卫星领域数据和排查能力。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卫星、地面设备及数据链路都可能发生异常。来源：ESA《ESOC》BR-265，印刷页28—29，Recovery from Unexpected Events，https://www.esa.int/esapub/br/br265/br265.pdf。本页只概括其适用的运维范围，不把该资料作为本项目具体星座的故障证据。首版建议限定为异常路由相关对象。只有卫星指标、没有地面站/链路观测时，无法据此排除地面侧或确认某星故障。矢量图为本演示原创的通用符号，不代表具体卫星型号或站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本页用假设案例概括卫星与地面站的对照思路。先按实际路由找共同依赖，再按同一时段、负载等可比条件核对路由指标。四个下降数值9、8、0.5、0.4的单位均为百分点，与后续对照页一致，不是真实遥测。仅凭四组汇总不能确认因果，仍需告警、变更、恢复记录和其他共同依赖等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本页说明拟新增卫星场景的一次排查如何进行，不以编号组织讲解。发现异常后，按故障时刻的实际路由找共同经过的对象。获得候选后，按对象编号和异常时段查询候选自身指标、相关与正常对照路由的指标，以及告警、变更和恢复时间。每条证据保留来源。AI/规则组织流程，本体检查对象关系和逻辑约束，查询与统计能力完成数值处理。随后比较候选，给出有依据的排查建议。证据缺失或冲突时保留多个候选，不主动遥控、测试或切换卫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根据用户场景绘制5颗异常卫星与共同节点SAT-20的可编辑示意。查询异常时刻的有序路由及有效时间，找共同经过的对象。SAT-20与相关地面站、链路先列为候选，不直接确认其故障。获得候选后，按编号与异常时间窗补查候选指标、相关/正常对照路由、告警及变更和恢复记录，再把这些证据带入后续数据对照。GS-01和GS-02仅展示关联地面站，不表示全部路径同时经过两个站，也不从流量箭头直接推定因果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本页所有数值都是教学假设，不是截图遥测或真实统计结果。SAT-21用于示意不经过SAT-20的相似路由。9、8、0.5、0.4的单位都是百分点。可用分层对照保持地面站相同后比较卫星，再保持卫星相同后比较地面站。本例支持优先排查SAT-20，不能由这4个聚合数直接宣布因果成立。实际统计还要检查样本量、基线一致性、采样相关性、共同变化和不确定性。如果所有路径始终共同经过两个候选，则数据无法区分它们。</a:t>
            </a:r>
          </a:p>
          <a:p xmlns:a="http://schemas.openxmlformats.org/drawingml/2006/main">
            <a:pPr algn="l">
              <a:buNone/>
            </a:pPr>
            <a:r>
              <a:t/>
            </a:r>
          </a:p>
          <a:p xmlns:a="http://schemas.openxmlformats.org/drawingml/2006/main">
            <a:pPr algn="l">
              <a:buNone/>
            </a:pPr>
            <a:r>
              <a:t>DoWhy, Refuting causal estimates</a:t>
            </a:r>
          </a:p>
          <a:p xmlns:a="http://schemas.openxmlformats.org/drawingml/2006/main">
            <a:pPr algn="l">
              <a:buNone/>
            </a:pPr>
            <a:r>
              <a:t>https://www.pywhy.org/dowhy/v0.14/user_guide/refuting_causal_estimates/index.html</a:t>
            </a:r>
          </a:p>
          <a:p xmlns:a="http://schemas.openxmlformats.org/drawingml/2006/main">
            <a:pPr algn="l">
              <a:buNone/>
            </a:pPr>
            <a:r>
              <a:t>比较的是同一时段已有的不同路由记录，不进行主动切换卫星或地面站的测试。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NIST EWMA/CUSUM为过程监控方法，可用于研究小幅持续偏移，控制限需要代表性基线并考虑独立性、自相关、季节性等条件。PyRCA提供Bayesian等指标RCA方法，但排序分数不是天然校准的故障概率。PCMCI+研究自相关时序中的同时和滞后关系，因果充分性等假设未满足时结果不能直接解释为真实机制。DoWhy的反事实/根因解释依赖因果模型与假设，不能仅靠数据相关性获得确定原因。本页是后续候选方向，首版仍可先用规则、基础统计与证据判断，不要求重新主动测量卫星。</a:t>
            </a:r>
          </a:p>
          <a:p xmlns:a="http://schemas.openxmlformats.org/drawingml/2006/main">
            <a:pPr algn="l">
              <a:buNone/>
            </a:pPr>
            <a:r>
              <a:t/>
            </a:r>
          </a:p>
          <a:p xmlns:a="http://schemas.openxmlformats.org/drawingml/2006/main">
            <a:pPr algn="l">
              <a:buNone/>
            </a:pPr>
            <a:r>
              <a:t>ewma</a:t>
            </a:r>
          </a:p>
          <a:p xmlns:a="http://schemas.openxmlformats.org/drawingml/2006/main">
            <a:pPr algn="l">
              <a:buNone/>
            </a:pPr>
            <a:r>
              <a:t>https://www.itl.nist.gov/div898/handbook/pmc/section3/pmc324.htm</a:t>
            </a:r>
          </a:p>
          <a:p xmlns:a="http://schemas.openxmlformats.org/drawingml/2006/main">
            <a:pPr algn="l">
              <a:buNone/>
            </a:pPr>
            <a:r>
              <a:t>cusum</a:t>
            </a:r>
          </a:p>
          <a:p xmlns:a="http://schemas.openxmlformats.org/drawingml/2006/main">
            <a:pPr algn="l">
              <a:buNone/>
            </a:pPr>
            <a:r>
              <a:t>https://www.itl.nist.gov/div898/handbook/pmc/section3/pmc323.htm</a:t>
            </a:r>
          </a:p>
          <a:p xmlns:a="http://schemas.openxmlformats.org/drawingml/2006/main">
            <a:pPr algn="l">
              <a:buNone/>
            </a:pPr>
            <a:r>
              <a:t>pyrca</a:t>
            </a:r>
          </a:p>
          <a:p xmlns:a="http://schemas.openxmlformats.org/drawingml/2006/main">
            <a:pPr algn="l">
              <a:buNone/>
            </a:pPr>
            <a:r>
              <a:t>https://github.com/salesforce/PyRCA</a:t>
            </a:r>
          </a:p>
          <a:p xmlns:a="http://schemas.openxmlformats.org/drawingml/2006/main">
            <a:pPr algn="l">
              <a:buNone/>
            </a:pPr>
            <a:r>
              <a:t>pcmci</a:t>
            </a:r>
          </a:p>
          <a:p xmlns:a="http://schemas.openxmlformats.org/drawingml/2006/main">
            <a:pPr algn="l">
              <a:buNone/>
            </a:pPr>
            <a:r>
              <a:t>https://proceedings.mlr.press/v124/runge20a.html</a:t>
            </a:r>
          </a:p>
          <a:p xmlns:a="http://schemas.openxmlformats.org/drawingml/2006/main">
            <a:pPr algn="l">
              <a:buNone/>
            </a:pPr>
            <a:r>
              <a:t>dowhy</a:t>
            </a:r>
          </a:p>
          <a:p xmlns:a="http://schemas.openxmlformats.org/drawingml/2006/main">
            <a:pPr algn="l">
              <a:buNone/>
            </a:pPr>
            <a:r>
              <a:t>https://www.pywhy.org/dowhy/v0.14/user_guide/refuting_causal_estimates/index.html</a:t>
            </a:r>
          </a:p>
          <a:p xmlns:a="http://schemas.openxmlformats.org/drawingml/2006/main">
            <a:pPr algn="l">
              <a:buNone/>
            </a:pPr>
            <a:r>
              <a:t>counterfactual</a:t>
            </a:r>
          </a:p>
          <a:p xmlns:a="http://schemas.openxmlformats.org/drawingml/2006/main">
            <a:pPr algn="l">
              <a:buNone/>
            </a:pPr>
            <a:r>
              <a:t>https://www.pywhy.org/dowhy/v0.13/user_guide/causal_tasks/root_causing_and_explaining/index.html</a:t>
            </a:r>
          </a:p>
          <a:p xmlns:a="http://schemas.openxmlformats.org/drawingml/2006/main">
            <a:pPr algn="l">
              <a:buNone/>
            </a:pPr>
            <a:r>
              <a:t>本页属于方法补充。分组对照可用于首版，贝叶斯网络、PCMCI+及反事实分析是后续可选方向，不要求首版一次实现全部方法。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本页沿用假设案例，汇总共同路径、相关与正常路由的对照、提前告警和已有恢复记录，说明优先检查SAT-20。提前告警属于假设条件，并非当前已取得的真实卫星运行记录。建议仍需核对同时变更、共同上游及链路等其他原因，最终结合故障记录与人工复核。数据不足时保留多个候选并列出补查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这是拟新增技术方案，不是已经实现的卫星诊断系统。OWL负责对象类型、合法关系和逻辑约束，查询/统计算法由可调用能力完成。现有Python处理器与MCP入口可作为适配方式，不要求首版重建全部技术栈。关系应保存有效时间，因为卫星路由随时间变化，来源：IETF RFC 9657（Informational，非标准轨规范），https://www.rfc-editor.org/rfc/rfc9657.html。OWL背景：https://www.w3.org/TR/owl2-primer/。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建议的数据申请最小范围是一个已知历史案例及必要的正常/对照路由，而不是全量实时遥测或设备控制权限。卫星、地面站、路由的数据使用一致编号与时间基准。保留指标定义、采样间隔和缺失值说明，方便正确理解可用度。告警、变更和恢复记录有多少先提供多少，缺失时在结果中注明。若只能提供仿真，应区分注入故障真值与真实业务验证，不能宣称已证明现场排查效果。本页是本项目拟议的数据需求，不是要求对方必须具备这些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不要求老师直接交付完整OWL文件。先获取对象定义、关系有效时间、指标口径/阈值、正常计划切换与典型排查经验。团队据此区分语义约束和数据处理规则：例如共同路径查询提出候选，指标阈值检测与组间比较由查询/统计能力执行。共享对象只说明存在共同依赖，不能单独证明该对象损坏。OWL语义背景：https://www.w3.org/TR/owl2-primer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这是建议分工，不承诺尚未讨论的人员能力或工期。A负责领域关系、规则与流程编排，B负责数据适配、比较处理器与展示。双方先约定对象编号、时间和输入输出字段，共同回放案例并复核结果。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首版先用规则和简单分组比较，减少实施和讲解负担。后续可研究变化检测、候选排序和因果分析，但是否启用取决于可用数据、可比样本和评估结果，不把高级算法作为本轮必须交付内容。慢变化监测的一个后续参考是NIST EWMA说明：https://www.itl.nist.gov/div898/handbook/pmc/section3/pmc324.htm。更长期方向是持续监测与可回放的故障案例库，不承诺无需数据即可确定真实原因。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f0946139f4c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27812ac794e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e339c527e4d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97f53d72c48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b47f7b26d48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ece5504384c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d123af88e41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233f14dad49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c979234d74ac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11cb6129449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7222761c1481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c9c234c34e491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eed84a94b6341c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6db780eb024fe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b067a4f6f43409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bfdb1a1051a4c6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c7b4ada4b85447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2c6acc59b47458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8d74e6f329d452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6d58e3890c45a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a5cafd7fda740b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f7f47b2038492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1d8658b25114bc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a21bf8918d5445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add9508c3bd497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82a9a80a35b455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9867ecbfc5441b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871ccc25eb14ae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45ae8cb286444f0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8bfee91aca9496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b850401cd7b4af5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8e07d77d11b468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9ac09a78ed64427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7052abb13ae48d2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ce2d93570164db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c52bbcd842ab4fbb" /><Relationship Type="http://schemas.openxmlformats.org/officeDocument/2006/relationships/image" Target="/ppt/media/image.png" Id="Rb75a324554464c1d" /><Relationship Type="http://schemas.openxmlformats.org/officeDocument/2006/relationships/image" Target="/ppt/media/image2.png" Id="R6fe57b1a25754866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c5ebef93bd704d80" /><Relationship Type="http://schemas.openxmlformats.org/officeDocument/2006/relationships/image" Target="/ppt/media/image.png" Id="Re544862b76824ce9" /><Relationship Type="http://schemas.openxmlformats.org/officeDocument/2006/relationships/image" Target="/ppt/media/image3.png" Id="R9ef099704e984526" /><Relationship Type="http://schemas.openxmlformats.org/officeDocument/2006/relationships/image" Target="/ppt/media/image4.png" Id="Rcf2621db13ab494e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fc70c30a4af04807" /><Relationship Type="http://schemas.openxmlformats.org/officeDocument/2006/relationships/image" Target="/ppt/media/image5.png" Id="Rfe4a604d076843b5" /><Relationship Type="http://schemas.openxmlformats.org/officeDocument/2006/relationships/image" Target="/ppt/media/image6.png" Id="Re5e372bd4de142f1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7547b6d65ba4d1e" /><Relationship Type="http://schemas.openxmlformats.org/officeDocument/2006/relationships/image" Target="/ppt/media/image.png" Id="Rb00259c38fb94275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1f412c0f6dec4eee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f6a4169e3234450d" /><Relationship Type="http://schemas.openxmlformats.org/officeDocument/2006/relationships/image" Target="/ppt/media/image.png" Id="R65e28946053a482b" /><Relationship Type="http://schemas.openxmlformats.org/officeDocument/2006/relationships/image" Target="/ppt/media/image2.png" Id="R83a18d02cf804a09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bd47951f209543ed" /><Relationship Type="http://schemas.openxmlformats.org/officeDocument/2006/relationships/image" Target="/ppt/media/image.png" Id="R612d61770a7e4cd8" /><Relationship Type="http://schemas.openxmlformats.org/officeDocument/2006/relationships/image" Target="/ppt/media/image3.png" Id="R02e06ae415114061" /><Relationship Type="http://schemas.openxmlformats.org/officeDocument/2006/relationships/image" Target="/ppt/media/image4.png" Id="R013b062d67b942a0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261155ac3d2548a3" /><Relationship Type="http://schemas.openxmlformats.org/officeDocument/2006/relationships/image" Target="/ppt/media/image5.png" Id="Rdf31c7e25c2e46ac" /><Relationship Type="http://schemas.openxmlformats.org/officeDocument/2006/relationships/image" Target="/ppt/media/image6.png" Id="Ra2a1ee32b2c24474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0bd3a8e3c5e44c08" /><Relationship Type="http://schemas.openxmlformats.org/officeDocument/2006/relationships/image" Target="/ppt/media/image.png" Id="R8717d8809ab14fff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AC2FDC83-DE77-4F4C-A3FC-DC74350C92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F6E2DF12-E85A-4A5F-90F2-EEAFA1A598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618222C6-6069-4EBC-96FD-9B5AC4FB93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CC6823DE-0BA1-498D-AFBB-B4187A5C60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4AAC282B-7045-435D-B10B-3070355D49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82939C83-01D0-48FD-B075-2EB6743ED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85039630-D0C4-4DB8-AD56-A55AFAD8AB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DD6BA273-8CA6-4347-9913-236215EE9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4736F9BE-035F-4340-8E65-A778C1B0A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9DE53608-14AA-4E3C-986D-42FA21660C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10EEA345-98AE-4CF1-A9B3-061482190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D93E40F8-9D52-4047-9655-0F6DD6C8C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F2829A9A-AFC5-472D-9667-C9D5BA4E5E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EAA78C5D-751C-4BF4-B838-304F5F2D1A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5543797A-B6E8-4547-B1AE-ED2B1DFDD1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3C264AE8-C8BA-4743-B940-D19946E86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C0E9B57A-8324-4088-A48E-56B57091B5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AF9663CF-B812-405F-9A1D-3E1F6AE83B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1FB31B79-E165-4A5E-B7F2-34CFE704B2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8CE7186-954C-46E3-85BD-DCF1BC5201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A063D8D2-214E-4DEF-99A5-4B79210C3E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514F7F7-D910-4266-8A16-E833714D3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077FC98-D284-4CB2-A288-1C86059512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B15F9AA-CBFC-48BF-BA80-86538ECE08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EC1D269-D420-498C-9378-0496347660A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35129308-4DAC-440C-9188-BFBB85C0F0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95BEA8F-DA82-4E4E-BC65-3091D6E689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1E6387E-6C6B-4063-889C-86312430C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E42608F1-D4E2-4567-AF42-AC0E9A4983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CC126DB8-3CE0-48D4-8490-A1C5A0C1E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EE6F8409-59A7-48E6-BF23-B8456CBA9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AE5394CD-E1B5-455B-B717-95D3793976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E51AA6B5-D58A-403A-9EE1-0A34B5EA40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66F7C252-34B5-4CA7-BF42-7DFA782E79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12347EFA-829A-4088-B2EC-ECF4909FBA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1C70B2BA-DDED-4553-89D3-8BC53ECB7F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120433FE-14FC-41D4-A748-8B9E380CF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B6F5F5F2-BC72-4238-B00D-648C003F12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F828B47F-6E4D-41BF-BAF7-F47CA28816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7B0F5351-897F-4133-B24A-6ECBA1BB5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F53FE4AA-263A-4374-A040-582D88EC12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B72CD4FC-A900-483C-87DB-09447F4C9B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E416DFAE-AA37-42FA-AC0C-D79DC96D4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2830FEC5-D0E3-4FA8-A9C7-C7D5D383E61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BE7DC035-CE52-4972-B9FE-CF8918E26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DA393E8-BB1D-4D2C-86C7-C256257692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604A16A-C3F3-441B-B32A-BB867EE8F0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0D358B06-E036-484B-846E-DDE3459A9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C9298DA9-9ECF-4F11-8EFD-17FB00CAF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B226DF06-65C5-4972-9AF9-D4A96DFC0E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BF853C19-3233-4FB6-AD8E-7A45ACE371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002B760F-6A4B-4358-B615-40E8C3DA04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6AC3DE7E-EFAF-4D31-9738-F1332197D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49F3DF9E-AD02-4596-AD6E-7B6ACE4692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9629A40A-B880-445D-B2F2-36FCA7C4B7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78C8C5E4-C341-4602-B3A3-52BDA7892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2F114527-D75A-451D-A447-638DD20650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059BDED5-E1D6-4DE9-A4F1-7BF58F38F1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489D3BA-612F-4C35-8212-A2E373CCB9D9}"/>
              </a:ext>
            </a:extLst>
          </p:cNvPr>
          <p:cNvSpPr>
            <a:spLocks xmlns:a="http://schemas.openxmlformats.org/drawingml/2006/main" noGrp="1"/>
          </p:cNvSpPr>
          <p:nvPr>
            <p:ph type="body" idx="6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7EB03C3-3A32-4CAA-9926-F7EB59A40D13}"/>
              </a:ext>
            </a:extLst>
          </p:cNvPr>
          <p:cNvSpPr>
            <a:spLocks xmlns:a="http://schemas.openxmlformats.org/drawingml/2006/main" noGrp="1"/>
          </p:cNvSpPr>
          <p:nvPr>
            <p:ph type="body" idx="7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61950" algn="ctr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subtitle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BC7AAAF-8009-4C32-93A4-96381BA7F8DB}"/>
              </a:ext>
            </a:extLst>
          </p:cNvPr>
          <p:cNvSpPr>
            <a:spLocks xmlns:a="http://schemas.openxmlformats.org/drawingml/2006/main" noGrp="1"/>
          </p:cNvSpPr>
          <p:nvPr>
            <p:ph type="body" idx="8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0FACE50-B5A3-4E2B-827B-188C3579A085}"/>
              </a:ext>
            </a:extLst>
          </p:cNvPr>
          <p:cNvSpPr>
            <a:spLocks xmlns:a="http://schemas.openxmlformats.org/drawingml/2006/main" noGrp="1"/>
          </p:cNvSpPr>
          <p:nvPr>
            <p:ph type="body" idx="9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CFC3EAE-CCA3-4C26-B857-9ECDEF0CBA8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2E96736-C8F9-4EF0-A42D-7860E3B26FB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BD22C28-365A-4772-A146-9433D52B317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A94E8D0-6A3F-4DC4-8B26-8DAA4F6DD86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3F3B66D-01B2-41C9-AD3D-6A9832AB219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D86CD96-9500-40D6-A3AD-74FB7770A39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04123EB-65A4-4AA0-B83A-56352F56A38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C352FEB-087F-4C10-9AEF-3F7341A6601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ECFCD4-D2EF-46E7-B741-A6EA1ED1918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4E4F722-195E-47E8-884D-1450B51ED04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C24FFD2-D9A7-471C-82CB-D0B0C68D82C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C2CA8C6-3B18-451F-A7D0-0FEED64F862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C793CB7-C406-4D63-A3CA-1F0E1F3B836C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8C5A1F6-A1FE-4AB6-87E4-04B159A54508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538074F-351F-434E-B6C7-60834E0320A4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D31DC90-D1AE-433F-882B-E4E68CA26359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0CE98C2-1063-4020-B5E3-9BC382DC13CA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21D8668-AE9C-4AF2-A42D-8BB399DE5773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9BC2822-4CE3-43B4-ACF2-8F87EAA881D4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C6EAA1E-1B0C-4CD2-B36D-D06C76440307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B8020C6-7B7F-4593-B4CF-474BF9EF1D4F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76BD219-EC75-4DD8-B66A-05E005D8636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5177BE-ACF8-4A74-9213-F5BE49A3E445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EB5B095-4E6B-49C5-A964-FF61E21F6B96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12F61A9E-C351-43DA-8D2E-5FF445ACC8E5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99BFB95-815B-43EF-8B7A-166761020A0E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AFB1A22-DDB0-47F5-BB84-54544A848A8B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42D80A6-B1EF-41A2-9D30-A0E52A878803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CBD672B-7EA0-45A1-8FF3-F801887E9EF0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2E4B60D-DAF7-4110-817F-CB6BA35F7220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76EBB53-ACC5-4DF9-89E2-815F700B3E5B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8B2E9E5-6049-4C66-84E1-AE222AF5B322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66868BC-244E-4B47-A072-42679EAADE17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943B9E1-1CFC-4BEC-A6E2-A59C877D3798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810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47EE66D-8664-4DCF-A657-3612497E669D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7CC86D5-0E1A-4A25-BFFF-2981872FB60D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6D52C9A-16E3-458C-8504-FCB25D80B59E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7A38041-A4E7-4512-8A3C-C94C88E4D4F3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FE41002-738B-4E02-98A7-F394EAA37A26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887121B-06DC-471D-83D0-F1B0E8AD775A}"/>
              </a:ext>
            </a:extLst>
          </p:cNvPr>
          <p:cNvSpPr>
            <a:spLocks xmlns:a="http://schemas.openxmlformats.org/drawingml/2006/main" noGrp="1"/>
          </p:cNvSpPr>
          <p:nvPr>
            <p:ph type="pic" idx="49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lIns="63500" tIns="63500" rIns="63500" bIns="63500" anchor="ctr"/>
          <a:lstStyle xmlns:a="http://schemas.openxmlformats.org/drawingml/2006/main">
            <a:lvl1pPr algn="ctr">
              <a:buNone/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E67AD9F-7B74-431A-8103-7D2F0C81D3C1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82471B6-A43F-4317-B18A-42ED8A18B76D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C6BFA07-A8DB-4ADF-B758-4B13B29D0649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BBA4D45-C75B-4E7D-BB2A-26F987B0E90D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690EC04-05A7-4432-B715-D41130AC34FD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10C6432-A08F-470A-B47F-A80AD283F3EA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772440A-7DCA-4CF9-970A-916925D751BF}"/>
              </a:ext>
            </a:extLst>
          </p:cNvPr>
          <p:cNvSpPr>
            <a:spLocks xmlns:a="http://schemas.openxmlformats.org/drawingml/2006/main" noGrp="1"/>
          </p:cNvSpPr>
          <p:nvPr>
            <p:ph type="body" idx="56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FAEFF94-C498-4358-AF17-98FF009BAD6F}"/>
              </a:ext>
            </a:extLst>
          </p:cNvPr>
          <p:cNvSpPr>
            <a:spLocks xmlns:a="http://schemas.openxmlformats.org/drawingml/2006/main" noGrp="1"/>
          </p:cNvSpPr>
          <p:nvPr>
            <p:ph type="body" idx="57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3EDF5BF-52FA-4E09-8E57-D9203F9870B3}"/>
              </a:ext>
            </a:extLst>
          </p:cNvPr>
          <p:cNvSpPr>
            <a:spLocks xmlns:a="http://schemas.openxmlformats.org/drawingml/2006/main" noGrp="1"/>
          </p:cNvSpPr>
          <p:nvPr>
            <p:ph type="body" idx="58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64A2970-7BB6-4AFD-90FA-10DE86D6FB15}"/>
              </a:ext>
            </a:extLst>
          </p:cNvPr>
          <p:cNvSpPr>
            <a:spLocks xmlns:a="http://schemas.openxmlformats.org/drawingml/2006/main" noGrp="1"/>
          </p:cNvSpPr>
          <p:nvPr>
            <p:ph type="body" idx="59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5F87A41-672F-48B8-818C-94BB2FC49EF7}"/>
              </a:ext>
            </a:extLst>
          </p:cNvPr>
          <p:cNvSpPr>
            <a:spLocks xmlns:a="http://schemas.openxmlformats.org/drawingml/2006/main" noGrp="1"/>
          </p:cNvSpPr>
          <p:nvPr>
            <p:ph type="body" idx="60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D6AC1F4-5F98-45ED-91E4-253B3E59A05D}"/>
              </a:ext>
            </a:extLst>
          </p:cNvPr>
          <p:cNvSpPr>
            <a:spLocks xmlns:a="http://schemas.openxmlformats.org/drawingml/2006/main" noGrp="1"/>
          </p:cNvSpPr>
          <p:nvPr>
            <p:ph type="body" idx="61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ACF6DB3-4B1D-447B-A599-D48AFB574784}"/>
              </a:ext>
            </a:extLst>
          </p:cNvPr>
          <p:cNvSpPr>
            <a:spLocks xmlns:a="http://schemas.openxmlformats.org/drawingml/2006/main" noGrp="1"/>
          </p:cNvSpPr>
          <p:nvPr>
            <p:ph type="body" idx="62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661321F-FBE0-446E-A5D5-2CF164CC8E9C}"/>
              </a:ext>
            </a:extLst>
          </p:cNvPr>
          <p:cNvSpPr>
            <a:spLocks xmlns:a="http://schemas.openxmlformats.org/drawingml/2006/main" noGrp="1"/>
          </p:cNvSpPr>
          <p:nvPr>
            <p:ph type="body" idx="63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000A206-04FB-470A-A456-1673198B38BB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5051CD6-14C2-40D5-9A3D-4BCF30A61AD8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61950" algn="ctr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subtitle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50AF635-6453-46B5-98AB-2C8260DD40AE}"/>
              </a:ext>
            </a:extLst>
          </p:cNvPr>
          <p:cNvSpPr>
            <a:spLocks xmlns:a="http://schemas.openxmlformats.org/drawingml/2006/main" noGrp="1"/>
          </p:cNvSpPr>
          <p:nvPr>
            <p:ph type="body" idx="71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1C0A03-58C1-41E3-AA18-61A41F6BB0CD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8FEFF49-3DEA-49C2-8B14-8CF9AF664F25}"/>
              </a:ext>
            </a:extLst>
          </p:cNvPr>
          <p:cNvSpPr>
            <a:spLocks xmlns:a="http://schemas.openxmlformats.org/drawingml/2006/main" noGrp="1"/>
          </p:cNvSpPr>
          <p:nvPr>
            <p:ph type="body" idx="73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53A2517-E61F-43EB-A874-C0ADD77EF34D}"/>
              </a:ext>
            </a:extLst>
          </p:cNvPr>
          <p:cNvSpPr>
            <a:spLocks xmlns:a="http://schemas.openxmlformats.org/drawingml/2006/main" noGrp="1"/>
          </p:cNvSpPr>
          <p:nvPr>
            <p:ph type="body" idx="74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E5CF91A-330A-44EB-A710-D1E1B5D4BB23}"/>
              </a:ext>
            </a:extLst>
          </p:cNvPr>
          <p:cNvSpPr>
            <a:spLocks xmlns:a="http://schemas.openxmlformats.org/drawingml/2006/main" noGrp="1"/>
          </p:cNvSpPr>
          <p:nvPr>
            <p:ph type="body" idx="75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DA98619-E1CB-41B6-BD03-764FDD0F8231}"/>
              </a:ext>
            </a:extLst>
          </p:cNvPr>
          <p:cNvSpPr>
            <a:spLocks xmlns:a="http://schemas.openxmlformats.org/drawingml/2006/main" noGrp="1"/>
          </p:cNvSpPr>
          <p:nvPr>
            <p:ph type="body" idx="76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15721C3-FF8C-46E1-B01B-3DAD470859F8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D1A8A-3908-424B-8BC6-8D70D69C6EF4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E4ECFFB-BEA4-4F20-8412-728A566B424D}"/>
              </a:ext>
            </a:extLst>
          </p:cNvPr>
          <p:cNvSpPr>
            <a:spLocks xmlns:a="http://schemas.openxmlformats.org/drawingml/2006/main" noGrp="1"/>
          </p:cNvSpPr>
          <p:nvPr>
            <p:ph type="body" idx="79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781CCF8-F28E-4F15-9962-491996E6AF9B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5132E03-7B57-4ACA-95BC-40322A08C16E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0C55449-73A5-4A69-9554-A97954B85269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5C43E9C-C217-416B-B2E7-C76119153D11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7.xml><?xml version="1.0" encoding="utf-8"?>
<p:sldLayout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2E1DC1E-FB31-4C9B-972D-4E5BD2891F4F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DF346A1-091B-4409-860F-7C1D8716874A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80B6B74-4377-4865-9E81-272C94424126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394917E-D134-4DB3-A57C-421816F54406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0346BE1-5FF0-4916-8D8F-77DDBFD6D616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ABE63F6-3A4D-4B75-8B84-D8A3FBB5F2E9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92796B2-5CB0-4171-8C0E-FBFED48E6FA2}"/>
              </a:ext>
            </a:extLst>
          </p:cNvPr>
          <p:cNvSpPr>
            <a:spLocks xmlns:a="http://schemas.openxmlformats.org/drawingml/2006/main" noGrp="1"/>
          </p:cNvSpPr>
          <p:nvPr>
            <p:ph type="body" idx="90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66C11F3-842D-408D-A76E-62883DA87BFC}"/>
              </a:ext>
            </a:extLst>
          </p:cNvPr>
          <p:cNvSpPr>
            <a:spLocks xmlns:a="http://schemas.openxmlformats.org/drawingml/2006/main" noGrp="1"/>
          </p:cNvSpPr>
          <p:nvPr>
            <p:ph type="body" idx="91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7EE63A4-A34C-4EBE-9F10-0732ADC7DF1A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5F4D6BC-452D-415B-A2EC-53704E709AA3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2265A02-6F4C-4F22-909B-FD834873554B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561C42C-306A-4217-ADB0-D6417511E50D}"/>
              </a:ext>
            </a:extLst>
          </p:cNvPr>
          <p:cNvSpPr>
            <a:spLocks xmlns:a="http://schemas.openxmlformats.org/drawingml/2006/main" noGrp="1"/>
          </p:cNvSpPr>
          <p:nvPr>
            <p:ph type="body" idx="9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EC2EC1E4-EF98-4DEB-8AD6-4D85F2A89617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10A732CE-0DBD-4526-B6E3-48869759DC10}"/>
              </a:ext>
            </a:extLst>
          </p:cNvPr>
          <p:cNvSpPr>
            <a:spLocks xmlns:a="http://schemas.openxmlformats.org/drawingml/2006/main" noGrp="1"/>
          </p:cNvSpPr>
          <p:nvPr>
            <p:ph type="body" idx="97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1066EBC-E027-44C3-8E2D-919B029A0D52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681DB30-AAB7-44A2-8759-5B36AA819246}"/>
              </a:ext>
            </a:extLst>
          </p:cNvPr>
          <p:cNvSpPr>
            <a:spLocks xmlns:a="http://schemas.openxmlformats.org/drawingml/2006/main" noGrp="1"/>
          </p:cNvSpPr>
          <p:nvPr>
            <p:ph type="body" idx="99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95F57BF-252C-4D90-B3C1-7AC7294FBD3B}"/>
              </a:ext>
            </a:extLst>
          </p:cNvPr>
          <p:cNvSpPr>
            <a:spLocks xmlns:a="http://schemas.openxmlformats.org/drawingml/2006/main" noGrp="1"/>
          </p:cNvSpPr>
          <p:nvPr>
            <p:ph type="body" idx="100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4E4B797-FC44-4247-BB8E-0F4129897773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0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7ED1BAD-E77A-499E-96C4-331C99BE6F69}"/>
              </a:ext>
            </a:extLst>
          </p:cNvPr>
          <p:cNvSpPr>
            <a:spLocks xmlns:a="http://schemas.openxmlformats.org/drawingml/2006/main" noGrp="1"/>
          </p:cNvSpPr>
          <p:nvPr>
            <p:ph type="body" idx="10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9CD818A-F5EF-48D7-8458-40913713D37B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2A1CE22-6350-4EB9-9C85-8122ACFDA8E2}"/>
              </a:ext>
            </a:extLst>
          </p:cNvPr>
          <p:cNvSpPr>
            <a:spLocks xmlns:a="http://schemas.openxmlformats.org/drawingml/2006/main" noGrp="1"/>
          </p:cNvSpPr>
          <p:nvPr>
            <p:ph type="body" idx="104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1.xml><?xml version="1.0" encoding="utf-8"?>
<p:sldLayout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BED7835-7CCF-4C06-8378-78DA76958160}"/>
              </a:ext>
            </a:extLst>
          </p:cNvPr>
          <p:cNvSpPr>
            <a:spLocks xmlns:a="http://schemas.openxmlformats.org/drawingml/2006/main" noGrp="1"/>
          </p:cNvSpPr>
          <p:nvPr>
            <p:ph type="body" idx="105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DCF61E8-0898-4E3E-984E-8BDB41085767}"/>
              </a:ext>
            </a:extLst>
          </p:cNvPr>
          <p:cNvSpPr>
            <a:spLocks xmlns:a="http://schemas.openxmlformats.org/drawingml/2006/main" noGrp="1"/>
          </p:cNvSpPr>
          <p:nvPr>
            <p:ph type="body" idx="106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810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4ADF67E-DCD1-4760-BB02-F52B8184E3A2}"/>
              </a:ext>
            </a:extLst>
          </p:cNvPr>
          <p:cNvSpPr>
            <a:spLocks xmlns:a="http://schemas.openxmlformats.org/drawingml/2006/main" noGrp="1"/>
          </p:cNvSpPr>
          <p:nvPr>
            <p:ph type="body" idx="107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8F89A84-0C04-4652-A255-8B387E1E3EA0}"/>
              </a:ext>
            </a:extLst>
          </p:cNvPr>
          <p:cNvSpPr>
            <a:spLocks xmlns:a="http://schemas.openxmlformats.org/drawingml/2006/main" noGrp="1"/>
          </p:cNvSpPr>
          <p:nvPr>
            <p:ph type="body" idx="108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D062CAA-0579-4E69-B995-8827F76F0EDE}"/>
              </a:ext>
            </a:extLst>
          </p:cNvPr>
          <p:cNvSpPr>
            <a:spLocks xmlns:a="http://schemas.openxmlformats.org/drawingml/2006/main" noGrp="1"/>
          </p:cNvSpPr>
          <p:nvPr>
            <p:ph type="body" idx="109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437ABFD-8F19-43A6-8EE7-A128CAC3B629}"/>
              </a:ext>
            </a:extLst>
          </p:cNvPr>
          <p:cNvSpPr>
            <a:spLocks xmlns:a="http://schemas.openxmlformats.org/drawingml/2006/main" noGrp="1"/>
          </p:cNvSpPr>
          <p:nvPr>
            <p:ph type="body" idx="110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2.xml><?xml version="1.0" encoding="utf-8"?>
<p:sldLayout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F8C3A10-C7C9-42ED-902D-474576220896}"/>
              </a:ext>
            </a:extLst>
          </p:cNvPr>
          <p:cNvSpPr>
            <a:spLocks xmlns:a="http://schemas.openxmlformats.org/drawingml/2006/main" noGrp="1"/>
          </p:cNvSpPr>
          <p:nvPr>
            <p:ph type="body" idx="111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EAA160B-BA2E-4B36-AAE1-1E486A71085E}"/>
              </a:ext>
            </a:extLst>
          </p:cNvPr>
          <p:cNvSpPr>
            <a:spLocks xmlns:a="http://schemas.openxmlformats.org/drawingml/2006/main" noGrp="1"/>
          </p:cNvSpPr>
          <p:nvPr>
            <p:ph type="pic" idx="11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lIns="63500" tIns="63500" rIns="63500" bIns="63500" anchor="ctr"/>
          <a:lstStyle xmlns:a="http://schemas.openxmlformats.org/drawingml/2006/main">
            <a:lvl1pPr algn="ctr">
              <a:buNone/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6F54D07-F5E7-419F-A890-A0C10712D643}"/>
              </a:ext>
            </a:extLst>
          </p:cNvPr>
          <p:cNvSpPr>
            <a:spLocks xmlns:a="http://schemas.openxmlformats.org/drawingml/2006/main" noGrp="1"/>
          </p:cNvSpPr>
          <p:nvPr>
            <p:ph type="body" idx="113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F0DC9DE-F193-47F1-A41E-FAFCE035E076}"/>
              </a:ext>
            </a:extLst>
          </p:cNvPr>
          <p:cNvSpPr>
            <a:spLocks xmlns:a="http://schemas.openxmlformats.org/drawingml/2006/main" noGrp="1"/>
          </p:cNvSpPr>
          <p:nvPr>
            <p:ph type="body" idx="114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E6727A5-0347-42B4-B0A3-CF4606F3A13E}"/>
              </a:ext>
            </a:extLst>
          </p:cNvPr>
          <p:cNvSpPr>
            <a:spLocks xmlns:a="http://schemas.openxmlformats.org/drawingml/2006/main" noGrp="1"/>
          </p:cNvSpPr>
          <p:nvPr>
            <p:ph type="body" idx="115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570CD07-3EF2-430C-96AC-E37235A1BF69}"/>
              </a:ext>
            </a:extLst>
          </p:cNvPr>
          <p:cNvSpPr>
            <a:spLocks xmlns:a="http://schemas.openxmlformats.org/drawingml/2006/main" noGrp="1"/>
          </p:cNvSpPr>
          <p:nvPr>
            <p:ph type="body" idx="116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3.xml><?xml version="1.0" encoding="utf-8"?>
<p:sldLayout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9A3A940-4792-4C81-9130-2F61132EF5A5}"/>
              </a:ext>
            </a:extLst>
          </p:cNvPr>
          <p:cNvSpPr>
            <a:spLocks xmlns:a="http://schemas.openxmlformats.org/drawingml/2006/main" noGrp="1"/>
          </p:cNvSpPr>
          <p:nvPr>
            <p:ph type="body" idx="117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4331FF5-8EEB-4033-9E1A-0D990D90F104}"/>
              </a:ext>
            </a:extLst>
          </p:cNvPr>
          <p:cNvSpPr>
            <a:spLocks xmlns:a="http://schemas.openxmlformats.org/drawingml/2006/main" noGrp="1"/>
          </p:cNvSpPr>
          <p:nvPr>
            <p:ph type="body" idx="118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4774844-9FF0-4495-B2B0-1E46062692EC}"/>
              </a:ext>
            </a:extLst>
          </p:cNvPr>
          <p:cNvSpPr>
            <a:spLocks xmlns:a="http://schemas.openxmlformats.org/drawingml/2006/main" noGrp="1"/>
          </p:cNvSpPr>
          <p:nvPr>
            <p:ph type="body" idx="119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46D3F9F-501E-4996-9DAE-46EB279753C1}"/>
              </a:ext>
            </a:extLst>
          </p:cNvPr>
          <p:cNvSpPr>
            <a:spLocks xmlns:a="http://schemas.openxmlformats.org/drawingml/2006/main" noGrp="1"/>
          </p:cNvSpPr>
          <p:nvPr>
            <p:ph type="body" idx="120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88FDC1B-F41D-411D-8EA9-7AF02C4C0E14}"/>
              </a:ext>
            </a:extLst>
          </p:cNvPr>
          <p:cNvSpPr>
            <a:spLocks xmlns:a="http://schemas.openxmlformats.org/drawingml/2006/main" noGrp="1"/>
          </p:cNvSpPr>
          <p:nvPr>
            <p:ph type="body" idx="121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4.xml><?xml version="1.0" encoding="utf-8"?>
<p:sldLayout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2B34331-2BA6-4BD8-BC22-88E35D1FE2F1}"/>
              </a:ext>
            </a:extLst>
          </p:cNvPr>
          <p:cNvSpPr>
            <a:spLocks xmlns:a="http://schemas.openxmlformats.org/drawingml/2006/main" noGrp="1"/>
          </p:cNvSpPr>
          <p:nvPr>
            <p:ph type="body" idx="122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0CCBDA6-5ADC-4BFD-9B3A-3426085C3A01}"/>
              </a:ext>
            </a:extLst>
          </p:cNvPr>
          <p:cNvSpPr>
            <a:spLocks xmlns:a="http://schemas.openxmlformats.org/drawingml/2006/main" noGrp="1"/>
          </p:cNvSpPr>
          <p:nvPr>
            <p:ph type="body" idx="123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CFEBB56-422B-4B26-B81B-286F6DE37E53}"/>
              </a:ext>
            </a:extLst>
          </p:cNvPr>
          <p:cNvSpPr>
            <a:spLocks xmlns:a="http://schemas.openxmlformats.org/drawingml/2006/main" noGrp="1"/>
          </p:cNvSpPr>
          <p:nvPr>
            <p:ph type="body" idx="124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5FC1746-8D45-479F-9A30-BC6814E44FBD}"/>
              </a:ext>
            </a:extLst>
          </p:cNvPr>
          <p:cNvSpPr>
            <a:spLocks xmlns:a="http://schemas.openxmlformats.org/drawingml/2006/main" noGrp="1"/>
          </p:cNvSpPr>
          <p:nvPr>
            <p:ph type="body" idx="125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5C02352-6E4D-4259-8E69-547FF15D7F90}"/>
              </a:ext>
            </a:extLst>
          </p:cNvPr>
          <p:cNvSpPr>
            <a:spLocks xmlns:a="http://schemas.openxmlformats.org/drawingml/2006/main" noGrp="1"/>
          </p:cNvSpPr>
          <p:nvPr>
            <p:ph type="body" idx="126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5.xml><?xml version="1.0" encoding="utf-8"?>
<p:sldLayout xmlns:p="http://schemas.openxmlformats.org/presentationml/2006/main" type="title" preserve="1">
  <p:cSld name="空白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317A24A-3E0C-4204-A6F3-0DA05E85B94A}"/>
              </a:ext>
            </a:extLst>
          </p:cNvPr>
          <p:cNvSpPr>
            <a:spLocks xmlns:a="http://schemas.openxmlformats.org/drawingml/2006/main" noGrp="1"/>
          </p:cNvSpPr>
          <p:nvPr>
            <p:ph type="body" idx="132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55DF8B7-6BAB-4EB6-801B-90761D729FFA}"/>
              </a:ext>
            </a:extLst>
          </p:cNvPr>
          <p:cNvSpPr>
            <a:spLocks xmlns:a="http://schemas.openxmlformats.org/drawingml/2006/main" noGrp="1"/>
          </p:cNvSpPr>
          <p:nvPr>
            <p:ph type="body" idx="133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0A99399-5F19-409D-8504-939B046E0066}"/>
              </a:ext>
            </a:extLst>
          </p:cNvPr>
          <p:cNvSpPr>
            <a:spLocks xmlns:a="http://schemas.openxmlformats.org/drawingml/2006/main" noGrp="1"/>
          </p:cNvSpPr>
          <p:nvPr>
            <p:ph type="body" idx="134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6.xml><?xml version="1.0" encoding="utf-8"?>
<p:sldLayout xmlns:p="http://schemas.openxmlformats.org/presentationml/2006/main" type="title" preserve="1">
  <p:cSld name="1_仅标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20894E01-9D9B-4F29-AAFC-24BAA01FA5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a324554464c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" y="276225"/>
            <a:ext cx="2376488" cy="547688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30B24F9-F4EF-43E6-B016-2E81672D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88" y="0"/>
            <a:ext cx="7313612" cy="6858000"/>
          </a:xfrm>
          <a:custGeom xmlns:a="http://schemas.openxmlformats.org/drawingml/2006/main"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 xmlns:a="http://schemas.openxmlformats.org/drawingml/2006/main">
            <a:srgbClr val="254F8F">
              <a:alpha val="10000"/>
            </a:srgbClr>
          </a:solidFill>
          <a:ln xmlns:a="http://schemas.openxmlformats.org/drawingml/2006/main" w="12700" cap="flat" cmpd="sng">
            <a:solidFill>
              <a:srgbClr val="446DA9">
                <a:alpha val="0"/>
              </a:srgbClr>
            </a:solidFill>
            <a:prstDash val="solid"/>
            <a:miter/>
          </a:ln>
        </p:spPr>
        <p:txBody>
          <a:bodyPr xmlns:a="http://schemas.openxmlformats.org/drawingml/2006/main" wrap="square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pic>
        <p:nvPicPr>
          <p:cNvPr id="4" name="Picture 4">
            <a:extLst xmlns:a="http://schemas.openxmlformats.org/drawingml/2006/main">
              <a:ext uri="{FF2B5EF4-FFF2-40B4-BE49-F238E27FC236}">
                <a16:creationId xmlns:a16="http://schemas.microsoft.com/office/drawing/2014/main" id="{D10550F9-56AB-472D-91BE-1A032EE7E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57b1a257548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1450" y="2012950"/>
            <a:ext cx="2674938" cy="2689225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D840976-2104-4552-8E5B-E175008A96E8}"/>
              </a:ext>
            </a:extLst>
          </p:cNvPr>
          <p:cNvSpPr>
            <a:spLocks xmlns:a="http://schemas.openxmlformats.org/drawingml/2006/main" noGrp="1"/>
          </p:cNvSpPr>
          <p:nvPr>
            <p:ph type="body" idx="135" hasCustomPrompt="1"/>
          </p:nvPr>
        </p:nvSpPr>
        <p:spPr>
          <a:xfrm xmlns:a="http://schemas.openxmlformats.org/drawingml/2006/main">
            <a:off x="879475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2DF582F-AA0C-48A7-A040-C497BBB1D20A}"/>
              </a:ext>
            </a:extLst>
          </p:cNvPr>
          <p:cNvSpPr>
            <a:spLocks xmlns:a="http://schemas.openxmlformats.org/drawingml/2006/main" noGrp="1"/>
          </p:cNvSpPr>
          <p:nvPr>
            <p:ph type="body" idx="136" hasCustomPrompt="1"/>
          </p:nvPr>
        </p:nvSpPr>
        <p:spPr>
          <a:xfrm xmlns:a="http://schemas.openxmlformats.org/drawingml/2006/main">
            <a:off x="4116388" y="6350000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CC36E52-E932-4BF5-ABEC-F041CD9A3C08}"/>
              </a:ext>
            </a:extLst>
          </p:cNvPr>
          <p:cNvSpPr>
            <a:spLocks xmlns:a="http://schemas.openxmlformats.org/drawingml/2006/main" noGrp="1"/>
          </p:cNvSpPr>
          <p:nvPr>
            <p:ph type="body" idx="137" hasCustomPrompt="1"/>
          </p:nvPr>
        </p:nvSpPr>
        <p:spPr>
          <a:xfrm xmlns:a="http://schemas.openxmlformats.org/drawingml/2006/main">
            <a:off x="8610600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7.xml><?xml version="1.0" encoding="utf-8"?>
<p:sldLayout xmlns:p="http://schemas.openxmlformats.org/presentationml/2006/main" type="title" preserve="1">
  <p:cSld name="标题幻灯片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18308E2F-1D8F-4865-A76C-46A5A84A7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4862b76824c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3413" y="276225"/>
            <a:ext cx="2376487" cy="547688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pic>
        <p:nvPicPr>
          <p:cNvPr id="3" name="Picture 3">
            <a:extLst xmlns:a="http://schemas.openxmlformats.org/drawingml/2006/main">
              <a:ext uri="{FF2B5EF4-FFF2-40B4-BE49-F238E27FC236}">
                <a16:creationId xmlns:a16="http://schemas.microsoft.com/office/drawing/2014/main" id="{420350F4-4560-427A-AE80-F7DC5CF85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099704e9845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80138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pic>
        <p:nvPicPr>
          <p:cNvPr id="4" name="Picture 4">
            <a:extLst xmlns:a="http://schemas.openxmlformats.org/drawingml/2006/main">
              <a:ext uri="{FF2B5EF4-FFF2-40B4-BE49-F238E27FC236}">
                <a16:creationId xmlns:a16="http://schemas.microsoft.com/office/drawing/2014/main" id="{37CB14C8-43E8-4736-9C3D-2F1DE6B7DC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621db13ab49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35713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D86881C-D37D-4A39-A234-F797544C1314}"/>
              </a:ext>
            </a:extLst>
          </p:cNvPr>
          <p:cNvSpPr>
            <a:spLocks xmlns:a="http://schemas.openxmlformats.org/drawingml/2006/main" noGrp="1"/>
          </p:cNvSpPr>
          <p:nvPr>
            <p:ph type="body" idx="138" hasCustomPrompt="1"/>
          </p:nvPr>
        </p:nvSpPr>
        <p:spPr>
          <a:xfrm xmlns:a="http://schemas.openxmlformats.org/drawingml/2006/main">
            <a:off x="6856413" y="4050665"/>
            <a:ext cx="2011680" cy="408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E85C178-6B1B-4974-A675-599547A5CA90}"/>
              </a:ext>
            </a:extLst>
          </p:cNvPr>
          <p:cNvSpPr>
            <a:spLocks xmlns:a="http://schemas.openxmlformats.org/drawingml/2006/main" noGrp="1"/>
          </p:cNvSpPr>
          <p:nvPr>
            <p:ph type="body" idx="139" hasCustomPrompt="1"/>
          </p:nvPr>
        </p:nvSpPr>
        <p:spPr>
          <a:xfrm xmlns:a="http://schemas.openxmlformats.org/drawingml/2006/main">
            <a:off x="6856413" y="4525645"/>
            <a:ext cx="2011680" cy="408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D3C1B0C-1798-4581-92D0-230122562A01}"/>
              </a:ext>
            </a:extLst>
          </p:cNvPr>
          <p:cNvSpPr>
            <a:spLocks xmlns:a="http://schemas.openxmlformats.org/drawingml/2006/main" noGrp="1"/>
          </p:cNvSpPr>
          <p:nvPr>
            <p:ph type="body" idx="140" hasCustomPrompt="1"/>
          </p:nvPr>
        </p:nvSpPr>
        <p:spPr>
          <a:xfrm xmlns:a="http://schemas.openxmlformats.org/drawingml/2006/main">
            <a:off x="6856413" y="3300095"/>
            <a:ext cx="4352290" cy="370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单击此处编辑副标题</a:t>
            </a:r>
            <a:endParaRPr sz="2000" b="0" i="0" u="none" strike="noStrike" spc="2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1CE5C76-6DC9-4423-8364-2CBFB62D9707}"/>
              </a:ext>
            </a:extLst>
          </p:cNvPr>
          <p:cNvSpPr>
            <a:spLocks xmlns:a="http://schemas.openxmlformats.org/drawingml/2006/main" noGrp="1"/>
          </p:cNvSpPr>
          <p:nvPr>
            <p:ph type="body" idx="141" hasCustomPrompt="1"/>
          </p:nvPr>
        </p:nvSpPr>
        <p:spPr>
          <a:xfrm xmlns:a="http://schemas.openxmlformats.org/drawingml/2006/main">
            <a:off x="6848793" y="1923415"/>
            <a:ext cx="4359910" cy="117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E72709C-DCA8-4831-8D9B-6232C6979957}"/>
              </a:ext>
            </a:extLst>
          </p:cNvPr>
          <p:cNvSpPr>
            <a:spLocks xmlns:a="http://schemas.openxmlformats.org/drawingml/2006/main" noGrp="1"/>
          </p:cNvSpPr>
          <p:nvPr>
            <p:ph type="body" idx="142" hasCustomPrompt="1"/>
          </p:nvPr>
        </p:nvSpPr>
        <p:spPr>
          <a:xfrm xmlns:a="http://schemas.openxmlformats.org/drawingml/2006/main">
            <a:off x="879475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44EBF183-4D56-453B-8854-0E7D6C68315A}"/>
              </a:ext>
            </a:extLst>
          </p:cNvPr>
          <p:cNvSpPr>
            <a:spLocks xmlns:a="http://schemas.openxmlformats.org/drawingml/2006/main" noGrp="1"/>
          </p:cNvSpPr>
          <p:nvPr>
            <p:ph type="body" idx="143" hasCustomPrompt="1"/>
          </p:nvPr>
        </p:nvSpPr>
        <p:spPr>
          <a:xfrm xmlns:a="http://schemas.openxmlformats.org/drawingml/2006/main">
            <a:off x="4116388" y="6350000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7130BFC-B598-480A-9DFE-37DF4D9CBC5B}"/>
              </a:ext>
            </a:extLst>
          </p:cNvPr>
          <p:cNvSpPr>
            <a:spLocks xmlns:a="http://schemas.openxmlformats.org/drawingml/2006/main" noGrp="1"/>
          </p:cNvSpPr>
          <p:nvPr>
            <p:ph type="body" idx="144" hasCustomPrompt="1"/>
          </p:nvPr>
        </p:nvSpPr>
        <p:spPr>
          <a:xfrm xmlns:a="http://schemas.openxmlformats.org/drawingml/2006/main">
            <a:off x="8610600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8.xml><?xml version="1.0" encoding="utf-8"?>
<p:sldLayout xmlns:p="http://schemas.openxmlformats.org/presentationml/2006/main" type="title" preserve="1">
  <p:cSld name="标题和内容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07CCE8E2-2C8B-40F1-967D-B7FF6CC00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a604d076843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4950C92-911D-4CED-B151-11E7CDBF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1650"/>
            <a:ext cx="1905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B77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pic>
        <p:nvPicPr>
          <p:cNvPr id="4" name="Picture 4">
            <a:extLst xmlns:a="http://schemas.openxmlformats.org/drawingml/2006/main">
              <a:ext uri="{FF2B5EF4-FFF2-40B4-BE49-F238E27FC236}">
                <a16:creationId xmlns:a16="http://schemas.microsoft.com/office/drawing/2014/main" id="{5D351D81-6CCB-4CC6-9ADE-1B6410D03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372bd4de142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5088" y="541338"/>
            <a:ext cx="1800225" cy="409575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FA30F37-F5CA-4160-956A-08E2E79175EF}"/>
              </a:ext>
            </a:extLst>
          </p:cNvPr>
          <p:cNvSpPr>
            <a:spLocks xmlns:a="http://schemas.openxmlformats.org/drawingml/2006/main" noGrp="1"/>
          </p:cNvSpPr>
          <p:nvPr>
            <p:ph type="body" idx="145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000" tIns="46800" rIns="90000" bIns="46800" anchor="t">
            <a:normAutofit/>
          </a:bodyPr>
          <a:lstStyle xmlns:a="http://schemas.openxmlformats.org/drawingml/2006/main"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 xmlns:a="http://schemas.openxmlformats.org/drawingml/2006/main"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28E471-BCD9-465A-8FA9-3090262FF57E}"/>
              </a:ext>
            </a:extLst>
          </p:cNvPr>
          <p:cNvSpPr>
            <a:spLocks xmlns:a="http://schemas.openxmlformats.org/drawingml/2006/main" noGrp="1"/>
          </p:cNvSpPr>
          <p:nvPr>
            <p:ph type="body" idx="146" hasCustomPrompt="1"/>
          </p:nvPr>
        </p:nvSpPr>
        <p:spPr>
          <a:xfrm xmlns:a="http://schemas.openxmlformats.org/drawingml/2006/main">
            <a:off x="608330" y="384810"/>
            <a:ext cx="6873875" cy="705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000" tIns="46800" rIns="90000" bIns="468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单击此处编辑母版标题样式</a:t>
            </a:r>
            <a:endParaRPr sz="3600" b="1" i="0" u="none" strike="noStrike" spc="3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4414D03-1056-4BDF-85BA-F43AAC8A30AE}"/>
              </a:ext>
            </a:extLst>
          </p:cNvPr>
          <p:cNvSpPr>
            <a:spLocks xmlns:a="http://schemas.openxmlformats.org/drawingml/2006/main" noGrp="1"/>
          </p:cNvSpPr>
          <p:nvPr>
            <p:ph type="body" idx="147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F6B5CF8-AC8D-48EF-AD01-17E854290668}"/>
              </a:ext>
            </a:extLst>
          </p:cNvPr>
          <p:cNvSpPr>
            <a:spLocks xmlns:a="http://schemas.openxmlformats.org/drawingml/2006/main" noGrp="1"/>
          </p:cNvSpPr>
          <p:nvPr>
            <p:ph type="body" idx="148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617D186-A2B5-48A9-8D1A-F7EAC8FCDFFF}"/>
              </a:ext>
            </a:extLst>
          </p:cNvPr>
          <p:cNvSpPr>
            <a:spLocks xmlns:a="http://schemas.openxmlformats.org/drawingml/2006/main" noGrp="1"/>
          </p:cNvSpPr>
          <p:nvPr>
            <p:ph type="body" idx="149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9.xml><?xml version="1.0" encoding="utf-8"?>
<p:sldLayout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090A5C32-AD7E-4BB1-A21E-E7BBE7F92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259c38fb942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3413" y="276225"/>
            <a:ext cx="2376487" cy="547688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DABFC2A-97A3-4803-9F8F-55964113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83480" y="5049028"/>
            <a:ext cx="1855521" cy="1761380"/>
          </a:xfrm>
          <a:custGeom xmlns:a="http://schemas.openxmlformats.org/drawingml/2006/main">
            <a:rect l="l" t="t" r="r" b="b"/>
            <a:pathLst>
              <a:path w="1855521" h="1761380">
                <a:moveTo>
                  <a:pt x="0" y="0"/>
                </a:moveTo>
                <a:lnTo>
                  <a:pt x="1855521" y="0"/>
                </a:lnTo>
                <a:lnTo>
                  <a:pt x="1855521" y="17613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DB8">
              <a:alpha val="75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877F9D2-170C-4142-956A-885E965C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70050" y="3140812"/>
            <a:ext cx="3797170" cy="3649905"/>
          </a:xfrm>
          <a:custGeom xmlns:a="http://schemas.openxmlformats.org/drawingml/2006/main">
            <a:rect l="l" t="t" r="r" b="b"/>
            <a:pathLst>
              <a:path w="3797170" h="3649905">
                <a:moveTo>
                  <a:pt x="0" y="0"/>
                </a:moveTo>
                <a:lnTo>
                  <a:pt x="1965038" y="0"/>
                </a:lnTo>
                <a:lnTo>
                  <a:pt x="3797170" y="1761079"/>
                </a:lnTo>
                <a:lnTo>
                  <a:pt x="3797170" y="36499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9F7A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2697F4C-4A2F-4784-9E01-3E7B2D8F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310" y="5163442"/>
            <a:ext cx="3606778" cy="1150703"/>
          </a:xfrm>
          <a:custGeom xmlns:a="http://schemas.openxmlformats.org/drawingml/2006/main">
            <a:rect l="l" t="t" r="r" b="b"/>
            <a:pathLst>
              <a:path w="3606778" h="1150703">
                <a:moveTo>
                  <a:pt x="1111899" y="0"/>
                </a:moveTo>
                <a:lnTo>
                  <a:pt x="3606778" y="0"/>
                </a:lnTo>
                <a:lnTo>
                  <a:pt x="3606778" y="1150703"/>
                </a:lnTo>
                <a:lnTo>
                  <a:pt x="0" y="1150703"/>
                </a:lnTo>
                <a:lnTo>
                  <a:pt x="1111899" y="0"/>
                </a:lnTo>
                <a:close/>
              </a:path>
            </a:pathLst>
          </a:custGeom>
          <a:solidFill xmlns:a="http://schemas.openxmlformats.org/drawingml/2006/main">
            <a:srgbClr val="006DB8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D5FEDC1-AE24-492A-946A-52076AF0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28422" cy="3636256"/>
          </a:xfrm>
          <a:custGeom xmlns:a="http://schemas.openxmlformats.org/drawingml/2006/main">
            <a:rect l="l" t="t" r="r" b="b"/>
            <a:pathLst>
              <a:path w="3728422" h="3636256">
                <a:moveTo>
                  <a:pt x="0" y="0"/>
                </a:moveTo>
                <a:lnTo>
                  <a:pt x="3728422" y="0"/>
                </a:lnTo>
                <a:lnTo>
                  <a:pt x="3728422" y="67224"/>
                </a:lnTo>
                <a:lnTo>
                  <a:pt x="159137" y="3636256"/>
                </a:lnTo>
                <a:lnTo>
                  <a:pt x="159137" y="3621422"/>
                </a:lnTo>
                <a:lnTo>
                  <a:pt x="0" y="36214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39B77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57D2E6F-1274-4859-AE01-F88168AB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" y="258312"/>
            <a:ext cx="4472915" cy="1150703"/>
          </a:xfrm>
          <a:custGeom xmlns:a="http://schemas.openxmlformats.org/drawingml/2006/main">
            <a:rect l="l" t="t" r="r" b="b"/>
            <a:pathLst>
              <a:path w="4472915" h="1150703">
                <a:moveTo>
                  <a:pt x="0" y="0"/>
                </a:moveTo>
                <a:lnTo>
                  <a:pt x="4472915" y="0"/>
                </a:lnTo>
                <a:lnTo>
                  <a:pt x="3361016" y="1150703"/>
                </a:lnTo>
                <a:lnTo>
                  <a:pt x="0" y="1150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DB8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9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3931F29-D4B0-46E3-9C57-7971B83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738" y="4746625"/>
            <a:ext cx="597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41948948-D2DD-461D-8351-A1F6D0AA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738" y="2197100"/>
            <a:ext cx="597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DC5BB61-A2CC-4C70-B6DA-22833697592E}"/>
              </a:ext>
            </a:extLst>
          </p:cNvPr>
          <p:cNvSpPr>
            <a:spLocks xmlns:a="http://schemas.openxmlformats.org/drawingml/2006/main" noGrp="1"/>
          </p:cNvSpPr>
          <p:nvPr>
            <p:ph type="body" idx="150" hasCustomPrompt="1"/>
          </p:nvPr>
        </p:nvSpPr>
        <p:spPr>
          <a:xfrm xmlns:a="http://schemas.openxmlformats.org/drawingml/2006/main">
            <a:off x="3201036" y="2496502"/>
            <a:ext cx="5789930" cy="1398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BA96C41-351E-4A0F-A8E0-C68979D3C4DA}"/>
              </a:ext>
            </a:extLst>
          </p:cNvPr>
          <p:cNvSpPr>
            <a:spLocks xmlns:a="http://schemas.openxmlformats.org/drawingml/2006/main" noGrp="1"/>
          </p:cNvSpPr>
          <p:nvPr>
            <p:ph type="body" idx="151" hasCustomPrompt="1"/>
          </p:nvPr>
        </p:nvSpPr>
        <p:spPr>
          <a:xfrm xmlns:a="http://schemas.openxmlformats.org/drawingml/2006/main">
            <a:off x="3201036" y="4003049"/>
            <a:ext cx="5789930" cy="47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228600" indent="-228600" algn="ctr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单击此处编辑文本</a:t>
            </a:r>
            <a:endParaRPr sz="2000" b="0" i="0" u="none" strike="noStrike" spc="2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96A98D2-F60A-4BF4-B08B-F66A0141F282}"/>
              </a:ext>
            </a:extLst>
          </p:cNvPr>
          <p:cNvSpPr>
            <a:spLocks xmlns:a="http://schemas.openxmlformats.org/drawingml/2006/main" noGrp="1"/>
          </p:cNvSpPr>
          <p:nvPr>
            <p:ph type="body" idx="152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A752E7EF-42D3-486B-92A8-9F9297531EE3}"/>
              </a:ext>
            </a:extLst>
          </p:cNvPr>
          <p:cNvSpPr>
            <a:spLocks xmlns:a="http://schemas.openxmlformats.org/drawingml/2006/main" noGrp="1"/>
          </p:cNvSpPr>
          <p:nvPr>
            <p:ph type="body" idx="153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0CF1894-DB9A-4D98-8135-5D42F95D061A}"/>
              </a:ext>
            </a:extLst>
          </p:cNvPr>
          <p:cNvSpPr>
            <a:spLocks xmlns:a="http://schemas.openxmlformats.org/drawingml/2006/main" noGrp="1"/>
          </p:cNvSpPr>
          <p:nvPr>
            <p:ph type="body" idx="154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0.xml><?xml version="1.0" encoding="utf-8"?>
<p:sldLayout xmlns:p="http://schemas.openxmlformats.org/presentationml/2006/main" type="title" preserve="1">
  <p:cSld name="空白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CF88718-2773-4C05-A8EC-913D6F167E98}"/>
              </a:ext>
            </a:extLst>
          </p:cNvPr>
          <p:cNvSpPr>
            <a:spLocks xmlns:a="http://schemas.openxmlformats.org/drawingml/2006/main" noGrp="1"/>
          </p:cNvSpPr>
          <p:nvPr>
            <p:ph type="body" idx="160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9115D32-FE48-4A67-B2A8-C2B8469FAF0F}"/>
              </a:ext>
            </a:extLst>
          </p:cNvPr>
          <p:cNvSpPr>
            <a:spLocks xmlns:a="http://schemas.openxmlformats.org/drawingml/2006/main" noGrp="1"/>
          </p:cNvSpPr>
          <p:nvPr>
            <p:ph type="body" idx="161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1584330-7446-4FAA-914B-8649603E213B}"/>
              </a:ext>
            </a:extLst>
          </p:cNvPr>
          <p:cNvSpPr>
            <a:spLocks xmlns:a="http://schemas.openxmlformats.org/drawingml/2006/main" noGrp="1"/>
          </p:cNvSpPr>
          <p:nvPr>
            <p:ph type="body" idx="162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1.xml><?xml version="1.0" encoding="utf-8"?>
<p:sldLayout xmlns:p="http://schemas.openxmlformats.org/presentationml/2006/main" type="title" preserve="1">
  <p:cSld name="1_仅标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3C7FCF0D-2ED4-4C52-90BA-79FD89D12E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28946053a48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" y="276225"/>
            <a:ext cx="2376488" cy="547688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9BF635D-981F-42E7-9101-A42BCDB4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88" y="0"/>
            <a:ext cx="7313612" cy="6858000"/>
          </a:xfrm>
          <a:custGeom xmlns:a="http://schemas.openxmlformats.org/drawingml/2006/main"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 xmlns:a="http://schemas.openxmlformats.org/drawingml/2006/main">
            <a:srgbClr val="254F8F">
              <a:alpha val="10000"/>
            </a:srgbClr>
          </a:solidFill>
          <a:ln xmlns:a="http://schemas.openxmlformats.org/drawingml/2006/main" w="12700" cap="flat" cmpd="sng">
            <a:solidFill>
              <a:srgbClr val="446DA9">
                <a:alpha val="0"/>
              </a:srgbClr>
            </a:solidFill>
            <a:prstDash val="solid"/>
            <a:miter/>
          </a:ln>
        </p:spPr>
        <p:txBody>
          <a:bodyPr xmlns:a="http://schemas.openxmlformats.org/drawingml/2006/main" wrap="square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pic>
        <p:nvPicPr>
          <p:cNvPr id="4" name="Picture 4">
            <a:extLst xmlns:a="http://schemas.openxmlformats.org/drawingml/2006/main">
              <a:ext uri="{FF2B5EF4-FFF2-40B4-BE49-F238E27FC236}">
                <a16:creationId xmlns:a16="http://schemas.microsoft.com/office/drawing/2014/main" id="{A01B1668-22FD-46D9-A6FC-6AB78D899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18d02cf804a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1450" y="2012950"/>
            <a:ext cx="2674938" cy="2689225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4DBA79C-2080-498F-AA51-A3923ADC1197}"/>
              </a:ext>
            </a:extLst>
          </p:cNvPr>
          <p:cNvSpPr>
            <a:spLocks xmlns:a="http://schemas.openxmlformats.org/drawingml/2006/main" noGrp="1"/>
          </p:cNvSpPr>
          <p:nvPr>
            <p:ph type="body" idx="163" hasCustomPrompt="1"/>
          </p:nvPr>
        </p:nvSpPr>
        <p:spPr>
          <a:xfrm xmlns:a="http://schemas.openxmlformats.org/drawingml/2006/main">
            <a:off x="879475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290DA2A-1202-4A12-95C1-F7508D08378E}"/>
              </a:ext>
            </a:extLst>
          </p:cNvPr>
          <p:cNvSpPr>
            <a:spLocks xmlns:a="http://schemas.openxmlformats.org/drawingml/2006/main" noGrp="1"/>
          </p:cNvSpPr>
          <p:nvPr>
            <p:ph type="body" idx="164" hasCustomPrompt="1"/>
          </p:nvPr>
        </p:nvSpPr>
        <p:spPr>
          <a:xfrm xmlns:a="http://schemas.openxmlformats.org/drawingml/2006/main">
            <a:off x="4116388" y="6350000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1C03A85-80B8-4A40-8761-A8704AF05A66}"/>
              </a:ext>
            </a:extLst>
          </p:cNvPr>
          <p:cNvSpPr>
            <a:spLocks xmlns:a="http://schemas.openxmlformats.org/drawingml/2006/main" noGrp="1"/>
          </p:cNvSpPr>
          <p:nvPr>
            <p:ph type="body" idx="165" hasCustomPrompt="1"/>
          </p:nvPr>
        </p:nvSpPr>
        <p:spPr>
          <a:xfrm xmlns:a="http://schemas.openxmlformats.org/drawingml/2006/main">
            <a:off x="8610600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2.xml><?xml version="1.0" encoding="utf-8"?>
<p:sldLayout xmlns:p="http://schemas.openxmlformats.org/presentationml/2006/main" type="title" preserve="1">
  <p:cSld name="标题幻灯片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B77C90A6-B088-4B41-8797-6B80D3EC9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d61770a7e4c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3413" y="276225"/>
            <a:ext cx="2376487" cy="547688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pic>
        <p:nvPicPr>
          <p:cNvPr id="3" name="Picture 3">
            <a:extLst xmlns:a="http://schemas.openxmlformats.org/drawingml/2006/main">
              <a:ext uri="{FF2B5EF4-FFF2-40B4-BE49-F238E27FC236}">
                <a16:creationId xmlns:a16="http://schemas.microsoft.com/office/drawing/2014/main" id="{4872BEF8-0833-4002-AC15-96A87992D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06ae4151140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80138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pic>
        <p:nvPicPr>
          <p:cNvPr id="4" name="Picture 4">
            <a:extLst xmlns:a="http://schemas.openxmlformats.org/drawingml/2006/main">
              <a:ext uri="{FF2B5EF4-FFF2-40B4-BE49-F238E27FC236}">
                <a16:creationId xmlns:a16="http://schemas.microsoft.com/office/drawing/2014/main" id="{1D990E9E-9F65-4720-BB3E-DAD2021B17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b062d67b942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35713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F1B1DFC-1786-40FF-96CC-6F1CC2A3619B}"/>
              </a:ext>
            </a:extLst>
          </p:cNvPr>
          <p:cNvSpPr>
            <a:spLocks xmlns:a="http://schemas.openxmlformats.org/drawingml/2006/main" noGrp="1"/>
          </p:cNvSpPr>
          <p:nvPr>
            <p:ph type="body" idx="166" hasCustomPrompt="1"/>
          </p:nvPr>
        </p:nvSpPr>
        <p:spPr>
          <a:xfrm xmlns:a="http://schemas.openxmlformats.org/drawingml/2006/main">
            <a:off x="6856413" y="4050665"/>
            <a:ext cx="2011680" cy="408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ACE9231-40C7-4B01-9FCC-0F7871DA9A51}"/>
              </a:ext>
            </a:extLst>
          </p:cNvPr>
          <p:cNvSpPr>
            <a:spLocks xmlns:a="http://schemas.openxmlformats.org/drawingml/2006/main" noGrp="1"/>
          </p:cNvSpPr>
          <p:nvPr>
            <p:ph type="body" idx="167" hasCustomPrompt="1"/>
          </p:nvPr>
        </p:nvSpPr>
        <p:spPr>
          <a:xfrm xmlns:a="http://schemas.openxmlformats.org/drawingml/2006/main">
            <a:off x="6856413" y="4525645"/>
            <a:ext cx="2011680" cy="408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133000"/>
              </a:lnSpc>
              <a:buNone/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sz="1600" b="0" i="0" u="none" strike="noStrike" spc="1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单击此处编辑副标题</a:t>
            </a:r>
            <a:endParaRPr sz="1600" b="0" i="0" u="none" strike="noStrike" spc="15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CFB4609-F47D-4073-A64E-0794613D2367}"/>
              </a:ext>
            </a:extLst>
          </p:cNvPr>
          <p:cNvSpPr>
            <a:spLocks xmlns:a="http://schemas.openxmlformats.org/drawingml/2006/main" noGrp="1"/>
          </p:cNvSpPr>
          <p:nvPr>
            <p:ph type="body" idx="168" hasCustomPrompt="1"/>
          </p:nvPr>
        </p:nvSpPr>
        <p:spPr>
          <a:xfrm xmlns:a="http://schemas.openxmlformats.org/drawingml/2006/main">
            <a:off x="6856413" y="3300095"/>
            <a:ext cx="4352290" cy="370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单击此处编辑副标题</a:t>
            </a:r>
            <a:endParaRPr sz="2000" b="0" i="0" u="none" strike="noStrike" spc="2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F30630F-15DA-4FEA-BC9D-BD3C166A80F7}"/>
              </a:ext>
            </a:extLst>
          </p:cNvPr>
          <p:cNvSpPr>
            <a:spLocks xmlns:a="http://schemas.openxmlformats.org/drawingml/2006/main" noGrp="1"/>
          </p:cNvSpPr>
          <p:nvPr>
            <p:ph type="body" idx="169" hasCustomPrompt="1"/>
          </p:nvPr>
        </p:nvSpPr>
        <p:spPr>
          <a:xfrm xmlns:a="http://schemas.openxmlformats.org/drawingml/2006/main">
            <a:off x="6848793" y="1923415"/>
            <a:ext cx="4359910" cy="117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2924936-9232-49FD-BCAB-57DDF9C28840}"/>
              </a:ext>
            </a:extLst>
          </p:cNvPr>
          <p:cNvSpPr>
            <a:spLocks xmlns:a="http://schemas.openxmlformats.org/drawingml/2006/main" noGrp="1"/>
          </p:cNvSpPr>
          <p:nvPr>
            <p:ph type="body" idx="170" hasCustomPrompt="1"/>
          </p:nvPr>
        </p:nvSpPr>
        <p:spPr>
          <a:xfrm xmlns:a="http://schemas.openxmlformats.org/drawingml/2006/main">
            <a:off x="879475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7ED9D56-47F1-4E5B-B32B-DBBF664F3BA3}"/>
              </a:ext>
            </a:extLst>
          </p:cNvPr>
          <p:cNvSpPr>
            <a:spLocks xmlns:a="http://schemas.openxmlformats.org/drawingml/2006/main" noGrp="1"/>
          </p:cNvSpPr>
          <p:nvPr>
            <p:ph type="body" idx="171" hasCustomPrompt="1"/>
          </p:nvPr>
        </p:nvSpPr>
        <p:spPr>
          <a:xfrm xmlns:a="http://schemas.openxmlformats.org/drawingml/2006/main">
            <a:off x="4116388" y="6350000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B64F6CF-49AE-4F1C-9E81-26936D5E8A54}"/>
              </a:ext>
            </a:extLst>
          </p:cNvPr>
          <p:cNvSpPr>
            <a:spLocks xmlns:a="http://schemas.openxmlformats.org/drawingml/2006/main" noGrp="1"/>
          </p:cNvSpPr>
          <p:nvPr>
            <p:ph type="body" idx="172" hasCustomPrompt="1"/>
          </p:nvPr>
        </p:nvSpPr>
        <p:spPr>
          <a:xfrm xmlns:a="http://schemas.openxmlformats.org/drawingml/2006/main">
            <a:off x="8610600" y="6350000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3.xml><?xml version="1.0" encoding="utf-8"?>
<p:sldLayout xmlns:p="http://schemas.openxmlformats.org/presentationml/2006/main" type="title" preserve="1">
  <p:cSld name="标题和内容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F8F63B27-248B-4F13-B459-9885A81EA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1c7e25c2e46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BDA37FB-9FE2-4415-89F1-CEBA8312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1650"/>
            <a:ext cx="1905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B77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pic>
        <p:nvPicPr>
          <p:cNvPr id="4" name="Picture 4">
            <a:extLst xmlns:a="http://schemas.openxmlformats.org/drawingml/2006/main">
              <a:ext uri="{FF2B5EF4-FFF2-40B4-BE49-F238E27FC236}">
                <a16:creationId xmlns:a16="http://schemas.microsoft.com/office/drawing/2014/main" id="{9529B4CA-2C05-43CE-9444-41E34E79E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1ee32b2c244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5088" y="541338"/>
            <a:ext cx="1800225" cy="409575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854BFD-E18A-4E41-B88F-818D739F4D68}"/>
              </a:ext>
            </a:extLst>
          </p:cNvPr>
          <p:cNvSpPr>
            <a:spLocks xmlns:a="http://schemas.openxmlformats.org/drawingml/2006/main" noGrp="1"/>
          </p:cNvSpPr>
          <p:nvPr>
            <p:ph type="body" idx="173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000" tIns="46800" rIns="90000" bIns="46800" anchor="t">
            <a:normAutofit/>
          </a:bodyPr>
          <a:lstStyle xmlns:a="http://schemas.openxmlformats.org/drawingml/2006/main"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 xmlns:a="http://schemas.openxmlformats.org/drawingml/2006/main"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619074A-4936-4762-92BE-C71712E84532}"/>
              </a:ext>
            </a:extLst>
          </p:cNvPr>
          <p:cNvSpPr>
            <a:spLocks xmlns:a="http://schemas.openxmlformats.org/drawingml/2006/main" noGrp="1"/>
          </p:cNvSpPr>
          <p:nvPr>
            <p:ph type="body" idx="174" hasCustomPrompt="1"/>
          </p:nvPr>
        </p:nvSpPr>
        <p:spPr>
          <a:xfrm xmlns:a="http://schemas.openxmlformats.org/drawingml/2006/main">
            <a:off x="608330" y="384810"/>
            <a:ext cx="6873875" cy="705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000" tIns="46800" rIns="90000" bIns="468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单击此处编辑母版标题样式</a:t>
            </a:r>
            <a:endParaRPr sz="3600" b="1" i="0" u="none" strike="noStrike" spc="3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25EB421-EA7D-4C6A-9219-36DB5EDD320E}"/>
              </a:ext>
            </a:extLst>
          </p:cNvPr>
          <p:cNvSpPr>
            <a:spLocks xmlns:a="http://schemas.openxmlformats.org/drawingml/2006/main" noGrp="1"/>
          </p:cNvSpPr>
          <p:nvPr>
            <p:ph type="body" idx="175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103D597-295F-45DA-936A-61AF007D6458}"/>
              </a:ext>
            </a:extLst>
          </p:cNvPr>
          <p:cNvSpPr>
            <a:spLocks xmlns:a="http://schemas.openxmlformats.org/drawingml/2006/main" noGrp="1"/>
          </p:cNvSpPr>
          <p:nvPr>
            <p:ph type="body" idx="176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80C93C0-9E04-432F-9D17-58AC7371F449}"/>
              </a:ext>
            </a:extLst>
          </p:cNvPr>
          <p:cNvSpPr>
            <a:spLocks xmlns:a="http://schemas.openxmlformats.org/drawingml/2006/main" noGrp="1"/>
          </p:cNvSpPr>
          <p:nvPr>
            <p:ph type="body" idx="177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4.xml><?xml version="1.0" encoding="utf-8"?>
<p:sldLayout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7E22E1F5-03A6-4EB3-882A-89C622023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7d8809ab14f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3413" y="276225"/>
            <a:ext cx="2376487" cy="547688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0D6B24B-67DD-40C0-B140-9818C032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83480" y="5049028"/>
            <a:ext cx="1855521" cy="1761380"/>
          </a:xfrm>
          <a:custGeom xmlns:a="http://schemas.openxmlformats.org/drawingml/2006/main">
            <a:rect l="l" t="t" r="r" b="b"/>
            <a:pathLst>
              <a:path w="1855521" h="1761380">
                <a:moveTo>
                  <a:pt x="0" y="0"/>
                </a:moveTo>
                <a:lnTo>
                  <a:pt x="1855521" y="0"/>
                </a:lnTo>
                <a:lnTo>
                  <a:pt x="1855521" y="17613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DB8">
              <a:alpha val="75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6260423-FE1F-4D9C-BC24-00B19C3F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70050" y="3140812"/>
            <a:ext cx="3797170" cy="3649905"/>
          </a:xfrm>
          <a:custGeom xmlns:a="http://schemas.openxmlformats.org/drawingml/2006/main">
            <a:rect l="l" t="t" r="r" b="b"/>
            <a:pathLst>
              <a:path w="3797170" h="3649905">
                <a:moveTo>
                  <a:pt x="0" y="0"/>
                </a:moveTo>
                <a:lnTo>
                  <a:pt x="1965038" y="0"/>
                </a:lnTo>
                <a:lnTo>
                  <a:pt x="3797170" y="1761079"/>
                </a:lnTo>
                <a:lnTo>
                  <a:pt x="3797170" y="36499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9F7A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41A148A-ABA5-419E-B1E1-C01B188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310" y="5163442"/>
            <a:ext cx="3606778" cy="1150703"/>
          </a:xfrm>
          <a:custGeom xmlns:a="http://schemas.openxmlformats.org/drawingml/2006/main">
            <a:rect l="l" t="t" r="r" b="b"/>
            <a:pathLst>
              <a:path w="3606778" h="1150703">
                <a:moveTo>
                  <a:pt x="1111899" y="0"/>
                </a:moveTo>
                <a:lnTo>
                  <a:pt x="3606778" y="0"/>
                </a:lnTo>
                <a:lnTo>
                  <a:pt x="3606778" y="1150703"/>
                </a:lnTo>
                <a:lnTo>
                  <a:pt x="0" y="1150703"/>
                </a:lnTo>
                <a:lnTo>
                  <a:pt x="1111899" y="0"/>
                </a:lnTo>
                <a:close/>
              </a:path>
            </a:pathLst>
          </a:custGeom>
          <a:solidFill xmlns:a="http://schemas.openxmlformats.org/drawingml/2006/main">
            <a:srgbClr val="006DB8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36BC0D3-176A-410C-AAD7-0D5E15A4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28422" cy="3636256"/>
          </a:xfrm>
          <a:custGeom xmlns:a="http://schemas.openxmlformats.org/drawingml/2006/main">
            <a:rect l="l" t="t" r="r" b="b"/>
            <a:pathLst>
              <a:path w="3728422" h="3636256">
                <a:moveTo>
                  <a:pt x="0" y="0"/>
                </a:moveTo>
                <a:lnTo>
                  <a:pt x="3728422" y="0"/>
                </a:lnTo>
                <a:lnTo>
                  <a:pt x="3728422" y="67224"/>
                </a:lnTo>
                <a:lnTo>
                  <a:pt x="159137" y="3636256"/>
                </a:lnTo>
                <a:lnTo>
                  <a:pt x="159137" y="3621422"/>
                </a:lnTo>
                <a:lnTo>
                  <a:pt x="0" y="36214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39B77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3AF84B0-1B0D-4DF1-99A8-76D0784C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" y="258312"/>
            <a:ext cx="4472915" cy="1150703"/>
          </a:xfrm>
          <a:custGeom xmlns:a="http://schemas.openxmlformats.org/drawingml/2006/main">
            <a:rect l="l" t="t" r="r" b="b"/>
            <a:pathLst>
              <a:path w="4472915" h="1150703">
                <a:moveTo>
                  <a:pt x="0" y="0"/>
                </a:moveTo>
                <a:lnTo>
                  <a:pt x="4472915" y="0"/>
                </a:lnTo>
                <a:lnTo>
                  <a:pt x="3361016" y="1150703"/>
                </a:lnTo>
                <a:lnTo>
                  <a:pt x="0" y="1150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DB8">
              <a:alpha val="100000"/>
            </a:srgbClr>
          </a:solidFill>
          <a:ln xmlns:a="http://schemas.openxmlformats.org/drawingml/2006/main" w="12700" cap="flat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100"/>
          </a:p>
        </p:txBody>
      </p:sp>
      <p:sp>
        <p:nvSpPr>
          <p:cNvPr id="9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C4CE8F6-F7FF-4C01-8773-CEC322E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738" y="4746625"/>
            <a:ext cx="597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32D60D2-0816-4231-A87E-6946AAE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738" y="2197100"/>
            <a:ext cx="597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9F26EEC-4944-4E4A-8A2D-C90549128EDD}"/>
              </a:ext>
            </a:extLst>
          </p:cNvPr>
          <p:cNvSpPr>
            <a:spLocks xmlns:a="http://schemas.openxmlformats.org/drawingml/2006/main" noGrp="1"/>
          </p:cNvSpPr>
          <p:nvPr>
            <p:ph type="body" idx="178" hasCustomPrompt="1"/>
          </p:nvPr>
        </p:nvSpPr>
        <p:spPr>
          <a:xfrm xmlns:a="http://schemas.openxmlformats.org/drawingml/2006/main">
            <a:off x="3201036" y="2496502"/>
            <a:ext cx="5789930" cy="1398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  <a:ea typeface="汉仪旗黑-85S"/>
                <a:cs typeface="汉仪旗黑-85S"/>
              </a:defRPr>
            </a:lvl1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</a:rPr>
              <a:t>编辑标题</a:t>
            </a:r>
            <a:endParaRPr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E1B76A0-BB7E-456F-9E95-F8F1F2985C49}"/>
              </a:ext>
            </a:extLst>
          </p:cNvPr>
          <p:cNvSpPr>
            <a:spLocks xmlns:a="http://schemas.openxmlformats.org/drawingml/2006/main" noGrp="1"/>
          </p:cNvSpPr>
          <p:nvPr>
            <p:ph type="body" idx="179" hasCustomPrompt="1"/>
          </p:nvPr>
        </p:nvSpPr>
        <p:spPr>
          <a:xfrm xmlns:a="http://schemas.openxmlformats.org/drawingml/2006/main">
            <a:off x="3201036" y="4003049"/>
            <a:ext cx="5789930" cy="47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228600" indent="-228600" algn="ctr">
              <a:lnSpc>
                <a:spcPct val="100000"/>
              </a:lnSpc>
              <a:buNone/>
            </a:pPr>
            <a:r>
              <a:rPr sz="2000" b="0" i="0" u="none" strike="noStrike" spc="2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单击此处编辑文本</a:t>
            </a:r>
            <a:endParaRPr sz="2000" b="0" i="0" u="none" strike="noStrike" spc="20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BC235B4-CE04-4982-BFE4-13F9E6E7564F}"/>
              </a:ext>
            </a:extLst>
          </p:cNvPr>
          <p:cNvSpPr>
            <a:spLocks xmlns:a="http://schemas.openxmlformats.org/drawingml/2006/main" noGrp="1"/>
          </p:cNvSpPr>
          <p:nvPr>
            <p:ph type="body" idx="180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A8F104BC-4FDD-4277-B278-7EB750444F9A}"/>
              </a:ext>
            </a:extLst>
          </p:cNvPr>
          <p:cNvSpPr>
            <a:spLocks xmlns:a="http://schemas.openxmlformats.org/drawingml/2006/main" noGrp="1"/>
          </p:cNvSpPr>
          <p:nvPr>
            <p:ph type="body" idx="181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098EC2B-8CDA-405A-83DA-4DA17CF583B3}"/>
              </a:ext>
            </a:extLst>
          </p:cNvPr>
          <p:cNvSpPr>
            <a:spLocks xmlns:a="http://schemas.openxmlformats.org/drawingml/2006/main" noGrp="1"/>
          </p:cNvSpPr>
          <p:nvPr>
            <p:ph type="body" idx="182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0fa4acf0204c25" /><Relationship Type="http://schemas.openxmlformats.org/officeDocument/2006/relationships/slideLayout" Target="/ppt/slideLayouts/slideLayout1.xml" Id="R0632f4ee784c4a96" /><Relationship Type="http://schemas.openxmlformats.org/officeDocument/2006/relationships/slideLayout" Target="/ppt/slideLayouts/slideLayout2.xml" Id="R03a5517c5d784f1a" /><Relationship Type="http://schemas.openxmlformats.org/officeDocument/2006/relationships/slideLayout" Target="/ppt/slideLayouts/slideLayout3.xml" Id="R392ec880a56d4a0a" /><Relationship Type="http://schemas.openxmlformats.org/officeDocument/2006/relationships/slideLayout" Target="/ppt/slideLayouts/slideLayout4.xml" Id="Ra88f157073ec4cc1" /><Relationship Type="http://schemas.openxmlformats.org/officeDocument/2006/relationships/slideLayout" Target="/ppt/slideLayouts/slideLayout5.xml" Id="Re813a70f9eaa437c" /><Relationship Type="http://schemas.openxmlformats.org/officeDocument/2006/relationships/slideLayout" Target="/ppt/slideLayouts/slideLayout6.xml" Id="R6323abe82fa14b94" /><Relationship Type="http://schemas.openxmlformats.org/officeDocument/2006/relationships/slideLayout" Target="/ppt/slideLayouts/slideLayout7.xml" Id="R95237bf6179e4f90" /><Relationship Type="http://schemas.openxmlformats.org/officeDocument/2006/relationships/slideLayout" Target="/ppt/slideLayouts/slideLayout8.xml" Id="Rf45d664e0ffd437e" /><Relationship Type="http://schemas.openxmlformats.org/officeDocument/2006/relationships/slideLayout" Target="/ppt/slideLayouts/slideLayout9.xml" Id="Rbf2a5356e8764052" /><Relationship Type="http://schemas.openxmlformats.org/officeDocument/2006/relationships/slideLayout" Target="/ppt/slideLayouts/slideLayout10.xml" Id="R8408a99108d0477f" /><Relationship Type="http://schemas.openxmlformats.org/officeDocument/2006/relationships/slideLayout" Target="/ppt/slideLayouts/slideLayout11.xml" Id="R07bcafb74bd6422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7705885c5834b46" /><Relationship Type="http://schemas.openxmlformats.org/officeDocument/2006/relationships/slideLayout" Target="/ppt/slideLayouts/slideLayout12.xml" Id="Ra16d5b89d9fa4c2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2752680830f49b8" /><Relationship Type="http://schemas.openxmlformats.org/officeDocument/2006/relationships/slideLayout" Target="/ppt/slideLayouts/slideLayout13.xml" Id="Rffdbecd215db4853" /><Relationship Type="http://schemas.openxmlformats.org/officeDocument/2006/relationships/slideLayout" Target="/ppt/slideLayouts/slideLayout14.xml" Id="Rf687324e9dbf4512" /><Relationship Type="http://schemas.openxmlformats.org/officeDocument/2006/relationships/slideLayout" Target="/ppt/slideLayouts/slideLayout15.xml" Id="R6f8e4ae332434937" /><Relationship Type="http://schemas.openxmlformats.org/officeDocument/2006/relationships/slideLayout" Target="/ppt/slideLayouts/slideLayout16.xml" Id="Rfb12e7fc77a24c63" /><Relationship Type="http://schemas.openxmlformats.org/officeDocument/2006/relationships/slideLayout" Target="/ppt/slideLayouts/slideLayout17.xml" Id="Ra1cf1231a93f43a5" /><Relationship Type="http://schemas.openxmlformats.org/officeDocument/2006/relationships/slideLayout" Target="/ppt/slideLayouts/slideLayout18.xml" Id="R60f3061cdd7945c4" /><Relationship Type="http://schemas.openxmlformats.org/officeDocument/2006/relationships/slideLayout" Target="/ppt/slideLayouts/slideLayout19.xml" Id="R938a1305848243a5" /><Relationship Type="http://schemas.openxmlformats.org/officeDocument/2006/relationships/slideLayout" Target="/ppt/slideLayouts/slideLayout20.xml" Id="R2dfa87bc3506435e" /><Relationship Type="http://schemas.openxmlformats.org/officeDocument/2006/relationships/slideLayout" Target="/ppt/slideLayouts/slideLayout21.xml" Id="Rb54c27b217e0411b" /><Relationship Type="http://schemas.openxmlformats.org/officeDocument/2006/relationships/slideLayout" Target="/ppt/slideLayouts/slideLayout22.xml" Id="R6378f138e17648d6" /><Relationship Type="http://schemas.openxmlformats.org/officeDocument/2006/relationships/slideLayout" Target="/ppt/slideLayouts/slideLayout23.xml" Id="R3c1ea7f9bd71476d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a979eedce18c4bb4" /><Relationship Type="http://schemas.openxmlformats.org/officeDocument/2006/relationships/slideLayout" Target="/ppt/slideLayouts/slideLayout24.xml" Id="R60b3866857b54134" /><Relationship Type="http://schemas.openxmlformats.org/officeDocument/2006/relationships/slideLayout" Target="/ppt/slideLayouts/slideLayout25.xml" Id="R6f5b9a8974434353" /><Relationship Type="http://schemas.openxmlformats.org/officeDocument/2006/relationships/slideLayout" Target="/ppt/slideLayouts/slideLayout26.xml" Id="R44be86f32a0d41c1" /><Relationship Type="http://schemas.openxmlformats.org/officeDocument/2006/relationships/slideLayout" Target="/ppt/slideLayouts/slideLayout27.xml" Id="R695f245c400e4885" /><Relationship Type="http://schemas.openxmlformats.org/officeDocument/2006/relationships/slideLayout" Target="/ppt/slideLayouts/slideLayout28.xml" Id="Rac776c6c18434b4a" /><Relationship Type="http://schemas.openxmlformats.org/officeDocument/2006/relationships/slideLayout" Target="/ppt/slideLayouts/slideLayout29.xml" Id="R5721462dd3414ba1" /><Relationship Type="http://schemas.openxmlformats.org/officeDocument/2006/relationships/slideLayout" Target="/ppt/slideLayouts/slideLayout30.xml" Id="Rc914e1ca36b04f45" /><Relationship Type="http://schemas.openxmlformats.org/officeDocument/2006/relationships/slideLayout" Target="/ppt/slideLayouts/slideLayout31.xml" Id="R7080d7cc670346d6" /><Relationship Type="http://schemas.openxmlformats.org/officeDocument/2006/relationships/slideLayout" Target="/ppt/slideLayouts/slideLayout32.xml" Id="Rb1d62557045342b2" /><Relationship Type="http://schemas.openxmlformats.org/officeDocument/2006/relationships/slideLayout" Target="/ppt/slideLayouts/slideLayout33.xml" Id="R924ea3ecdf994533" /><Relationship Type="http://schemas.openxmlformats.org/officeDocument/2006/relationships/slideLayout" Target="/ppt/slideLayouts/slideLayout34.xml" Id="Rda6efafa915a4229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0066bd9a8bdd4abf" /><Relationship Type="http://schemas.openxmlformats.org/officeDocument/2006/relationships/slideLayout" Target="/ppt/slideLayouts/slideLayout35.xml" Id="R40fd0e3e55944e3f" /><Relationship Type="http://schemas.openxmlformats.org/officeDocument/2006/relationships/slideLayout" Target="/ppt/slideLayouts/slideLayout36.xml" Id="Ra6fc4158bc81477e" /><Relationship Type="http://schemas.openxmlformats.org/officeDocument/2006/relationships/slideLayout" Target="/ppt/slideLayouts/slideLayout37.xml" Id="R595a367fd063498d" /><Relationship Type="http://schemas.openxmlformats.org/officeDocument/2006/relationships/slideLayout" Target="/ppt/slideLayouts/slideLayout38.xml" Id="Ra58e309d76374cbc" /><Relationship Type="http://schemas.openxmlformats.org/officeDocument/2006/relationships/slideLayout" Target="/ppt/slideLayouts/slideLayout39.xml" Id="Rf97b5aec572d4def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1938948aa11a442f" /><Relationship Type="http://schemas.openxmlformats.org/officeDocument/2006/relationships/slideLayout" Target="/ppt/slideLayouts/slideLayout40.xml" Id="R2f1a13e9fc8b4f52" /><Relationship Type="http://schemas.openxmlformats.org/officeDocument/2006/relationships/slideLayout" Target="/ppt/slideLayouts/slideLayout41.xml" Id="R91902dd112304c76" /><Relationship Type="http://schemas.openxmlformats.org/officeDocument/2006/relationships/slideLayout" Target="/ppt/slideLayouts/slideLayout42.xml" Id="Rb2e6d10b29c44738" /><Relationship Type="http://schemas.openxmlformats.org/officeDocument/2006/relationships/slideLayout" Target="/ppt/slideLayouts/slideLayout43.xml" Id="R47e69d5ea82d470e" /><Relationship Type="http://schemas.openxmlformats.org/officeDocument/2006/relationships/slideLayout" Target="/ppt/slideLayouts/slideLayout44.xml" Id="R731107595e014ad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088DDC95-8EA9-4F4C-9472-D468F33CAA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EDBBDCA5-D9A5-42C6-8426-B18F6098A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6BF003ED-CCC6-4715-A60F-DFE1F6FB12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9B7F4C5-B0A9-48A0-8635-2DB8FBEF15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6F81DC54-8CB7-421B-9F64-F280C0BFC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2f4ee784c4a96"/>
    <p:sldLayoutId xmlns:r="http://schemas.openxmlformats.org/officeDocument/2006/relationships" id="2147483650" r:id="R03a5517c5d784f1a"/>
    <p:sldLayoutId xmlns:r="http://schemas.openxmlformats.org/officeDocument/2006/relationships" id="2147483651" r:id="R392ec880a56d4a0a"/>
    <p:sldLayoutId xmlns:r="http://schemas.openxmlformats.org/officeDocument/2006/relationships" id="2147483652" r:id="Ra88f157073ec4cc1"/>
    <p:sldLayoutId xmlns:r="http://schemas.openxmlformats.org/officeDocument/2006/relationships" id="2147483653" r:id="Re813a70f9eaa437c"/>
    <p:sldLayoutId xmlns:r="http://schemas.openxmlformats.org/officeDocument/2006/relationships" id="2147483654" r:id="R6323abe82fa14b94"/>
    <p:sldLayoutId xmlns:r="http://schemas.openxmlformats.org/officeDocument/2006/relationships" id="2147483655" r:id="R95237bf6179e4f90"/>
    <p:sldLayoutId xmlns:r="http://schemas.openxmlformats.org/officeDocument/2006/relationships" id="2147483656" r:id="Rf45d664e0ffd437e"/>
    <p:sldLayoutId xmlns:r="http://schemas.openxmlformats.org/officeDocument/2006/relationships" id="2147483657" r:id="Rbf2a5356e8764052"/>
    <p:sldLayoutId xmlns:r="http://schemas.openxmlformats.org/officeDocument/2006/relationships" id="2147483658" r:id="R8408a99108d0477f"/>
    <p:sldLayoutId xmlns:r="http://schemas.openxmlformats.org/officeDocument/2006/relationships" id="2147483659" r:id="R07bcafb74bd6422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16d5b89d9fa4c2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DD15A819-D317-4A2E-BFDC-E28D8A0BF88A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09014DE-1FC1-4E0A-BA16-88CDA088737B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FAA71F6-A1ED-49E7-B57E-0C7721F29EAC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DA1610C-223B-42EB-A0F8-275C51268492}"/>
              </a:ext>
            </a:extLst>
          </p:cNvPr>
          <p:cNvSpPr>
            <a:spLocks xmlns:a="http://schemas.openxmlformats.org/drawingml/2006/main" noGrp="1"/>
          </p:cNvSpPr>
          <p:nvPr>
            <p:ph type="body" idx="4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6CE2603-815B-4773-80E7-50373400A31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ffdbecd215db4853"/>
    <p:sldLayoutId xmlns:r="http://schemas.openxmlformats.org/officeDocument/2006/relationships" id="2147483664" r:id="Rf687324e9dbf4512"/>
    <p:sldLayoutId xmlns:r="http://schemas.openxmlformats.org/officeDocument/2006/relationships" id="2147483665" r:id="R6f8e4ae332434937"/>
    <p:sldLayoutId xmlns:r="http://schemas.openxmlformats.org/officeDocument/2006/relationships" id="2147483666" r:id="Rfb12e7fc77a24c63"/>
    <p:sldLayoutId xmlns:r="http://schemas.openxmlformats.org/officeDocument/2006/relationships" id="2147483667" r:id="Ra1cf1231a93f43a5"/>
    <p:sldLayoutId xmlns:r="http://schemas.openxmlformats.org/officeDocument/2006/relationships" id="2147483668" r:id="R60f3061cdd7945c4"/>
    <p:sldLayoutId xmlns:r="http://schemas.openxmlformats.org/officeDocument/2006/relationships" id="2147483669" r:id="R938a1305848243a5"/>
    <p:sldLayoutId xmlns:r="http://schemas.openxmlformats.org/officeDocument/2006/relationships" id="2147483670" r:id="R2dfa87bc3506435e"/>
    <p:sldLayoutId xmlns:r="http://schemas.openxmlformats.org/officeDocument/2006/relationships" id="2147483671" r:id="Rb54c27b217e0411b"/>
    <p:sldLayoutId xmlns:r="http://schemas.openxmlformats.org/officeDocument/2006/relationships" id="2147483672" r:id="R6378f138e17648d6"/>
    <p:sldLayoutId xmlns:r="http://schemas.openxmlformats.org/officeDocument/2006/relationships" id="2147483673" r:id="R3c1ea7f9bd71476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18E58277-5FC9-466A-A75F-81867A670635}"/>
              </a:ext>
            </a:extLst>
          </p:cNvPr>
          <p:cNvSpPr>
            <a:spLocks xmlns:a="http://schemas.openxmlformats.org/drawingml/2006/main" noGrp="1"/>
          </p:cNvSpPr>
          <p:nvPr>
            <p:ph type="body" idx="64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66C36A1-E920-4DB7-B952-C091F9E9031E}"/>
              </a:ext>
            </a:extLst>
          </p:cNvPr>
          <p:cNvSpPr>
            <a:spLocks xmlns:a="http://schemas.openxmlformats.org/drawingml/2006/main" noGrp="1"/>
          </p:cNvSpPr>
          <p:nvPr>
            <p:ph type="body" idx="65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FE2A919-441B-4B82-893D-07B99282D97D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5E7BD87-C7BC-4AC1-AF95-C4878FFDD03E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68FA7FF-3D68-4B44-9B0E-C4FED49FAE9B}"/>
              </a:ext>
            </a:extLst>
          </p:cNvPr>
          <p:cNvSpPr>
            <a:spLocks xmlns:a="http://schemas.openxmlformats.org/drawingml/2006/main" noGrp="1"/>
          </p:cNvSpPr>
          <p:nvPr>
            <p:ph type="body" idx="68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5" r:id="R60b3866857b54134"/>
    <p:sldLayoutId xmlns:r="http://schemas.openxmlformats.org/officeDocument/2006/relationships" id="2147483676" r:id="R6f5b9a8974434353"/>
    <p:sldLayoutId xmlns:r="http://schemas.openxmlformats.org/officeDocument/2006/relationships" id="2147483677" r:id="R44be86f32a0d41c1"/>
    <p:sldLayoutId xmlns:r="http://schemas.openxmlformats.org/officeDocument/2006/relationships" id="2147483678" r:id="R695f245c400e4885"/>
    <p:sldLayoutId xmlns:r="http://schemas.openxmlformats.org/officeDocument/2006/relationships" id="2147483679" r:id="Rac776c6c18434b4a"/>
    <p:sldLayoutId xmlns:r="http://schemas.openxmlformats.org/officeDocument/2006/relationships" id="2147483680" r:id="R5721462dd3414ba1"/>
    <p:sldLayoutId xmlns:r="http://schemas.openxmlformats.org/officeDocument/2006/relationships" id="2147483681" r:id="Rc914e1ca36b04f45"/>
    <p:sldLayoutId xmlns:r="http://schemas.openxmlformats.org/officeDocument/2006/relationships" id="2147483682" r:id="R7080d7cc670346d6"/>
    <p:sldLayoutId xmlns:r="http://schemas.openxmlformats.org/officeDocument/2006/relationships" id="2147483683" r:id="Rb1d62557045342b2"/>
    <p:sldLayoutId xmlns:r="http://schemas.openxmlformats.org/officeDocument/2006/relationships" id="2147483684" r:id="R924ea3ecdf994533"/>
    <p:sldLayoutId xmlns:r="http://schemas.openxmlformats.org/officeDocument/2006/relationships" id="2147483685" r:id="Rda6efafa915a422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0E1DABE7-2587-476C-BDB2-03E38CD5FB73}"/>
              </a:ext>
            </a:extLst>
          </p:cNvPr>
          <p:cNvSpPr>
            <a:spLocks xmlns:a="http://schemas.openxmlformats.org/drawingml/2006/main" noGrp="1"/>
          </p:cNvSpPr>
          <p:nvPr>
            <p:ph type="body" idx="127" hasCustomPrompt="1"/>
          </p:nvPr>
        </p:nvSpPr>
        <p:spPr>
          <a:xfrm xmlns:a="http://schemas.openxmlformats.org/drawingml/2006/main">
            <a:off x="608013" y="608013"/>
            <a:ext cx="10969625" cy="70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170" tIns="46990" rIns="90170" bIns="4699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单击此处编辑母版标题样式</a:t>
            </a:r>
            <a:endParaRPr sz="3600" b="1" i="0" u="none" strike="noStrike" spc="30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B9711A5-6352-4C76-8D12-3B8466CC486E}"/>
              </a:ext>
            </a:extLst>
          </p:cNvPr>
          <p:cNvSpPr>
            <a:spLocks xmlns:a="http://schemas.openxmlformats.org/drawingml/2006/main" noGrp="1"/>
          </p:cNvSpPr>
          <p:nvPr>
            <p:ph type="body" idx="128" hasCustomPrompt="1"/>
          </p:nvPr>
        </p:nvSpPr>
        <p:spPr>
          <a:xfrm xmlns:a="http://schemas.openxmlformats.org/drawingml/2006/main">
            <a:off x="608013" y="1490663"/>
            <a:ext cx="10969625" cy="475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000" tIns="46800" rIns="90000" bIns="46800" anchor="t">
            <a:noAutofit/>
          </a:bodyPr>
          <a:lstStyle xmlns:a="http://schemas.openxmlformats.org/drawingml/2006/main"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 xmlns:a="http://schemas.openxmlformats.org/drawingml/2006/main"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8916D5-A315-4604-A391-3CD4F822B784}"/>
              </a:ext>
            </a:extLst>
          </p:cNvPr>
          <p:cNvSpPr>
            <a:spLocks xmlns:a="http://schemas.openxmlformats.org/drawingml/2006/main" noGrp="1"/>
          </p:cNvSpPr>
          <p:nvPr>
            <p:ph type="body" idx="129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8A0615B-711F-42C3-BB40-39FAA5076001}"/>
              </a:ext>
            </a:extLst>
          </p:cNvPr>
          <p:cNvSpPr>
            <a:spLocks xmlns:a="http://schemas.openxmlformats.org/drawingml/2006/main" noGrp="1"/>
          </p:cNvSpPr>
          <p:nvPr>
            <p:ph type="body" idx="130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7EA851C-72A6-46CC-8EC8-0D39932D1B47}"/>
              </a:ext>
            </a:extLst>
          </p:cNvPr>
          <p:cNvSpPr>
            <a:spLocks xmlns:a="http://schemas.openxmlformats.org/drawingml/2006/main" noGrp="1"/>
          </p:cNvSpPr>
          <p:nvPr>
            <p:ph type="body" idx="131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7" r:id="R40fd0e3e55944e3f"/>
    <p:sldLayoutId xmlns:r="http://schemas.openxmlformats.org/officeDocument/2006/relationships" id="2147483688" r:id="Ra6fc4158bc81477e"/>
    <p:sldLayoutId xmlns:r="http://schemas.openxmlformats.org/officeDocument/2006/relationships" id="2147483689" r:id="R595a367fd063498d"/>
    <p:sldLayoutId xmlns:r="http://schemas.openxmlformats.org/officeDocument/2006/relationships" id="2147483690" r:id="Ra58e309d76374cbc"/>
    <p:sldLayoutId xmlns:r="http://schemas.openxmlformats.org/officeDocument/2006/relationships" id="2147483691" r:id="Rf97b5aec572d4de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B91E1A20-379D-4556-A0F5-D628100C61B7}"/>
              </a:ext>
            </a:extLst>
          </p:cNvPr>
          <p:cNvSpPr>
            <a:spLocks xmlns:a="http://schemas.openxmlformats.org/drawingml/2006/main" noGrp="1"/>
          </p:cNvSpPr>
          <p:nvPr>
            <p:ph type="body" idx="155" hasCustomPrompt="1"/>
          </p:nvPr>
        </p:nvSpPr>
        <p:spPr>
          <a:xfrm xmlns:a="http://schemas.openxmlformats.org/drawingml/2006/main">
            <a:off x="608013" y="608013"/>
            <a:ext cx="10969625" cy="70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170" tIns="46990" rIns="90170" bIns="4699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600" b="1" i="0" u="none" strike="noStrike" spc="3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单击此处编辑母版标题样式</a:t>
            </a:r>
            <a:endParaRPr sz="3600" b="1" i="0" u="none" strike="noStrike" spc="30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96FBB5B-4DBB-4E6B-BD77-AFAC2D997CD3}"/>
              </a:ext>
            </a:extLst>
          </p:cNvPr>
          <p:cNvSpPr>
            <a:spLocks xmlns:a="http://schemas.openxmlformats.org/drawingml/2006/main" noGrp="1"/>
          </p:cNvSpPr>
          <p:nvPr>
            <p:ph type="body" idx="156" hasCustomPrompt="1"/>
          </p:nvPr>
        </p:nvSpPr>
        <p:spPr>
          <a:xfrm xmlns:a="http://schemas.openxmlformats.org/drawingml/2006/main">
            <a:off x="608013" y="1490663"/>
            <a:ext cx="10969625" cy="475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0000" tIns="46800" rIns="90000" bIns="46800" anchor="t">
            <a:noAutofit/>
          </a:bodyPr>
          <a:lstStyle xmlns:a="http://schemas.openxmlformats.org/drawingml/2006/main">
            <a:lvl1pPr marL="457200" indent="-228600" algn="l">
              <a:lnSpc>
                <a:spcPct val="133000"/>
              </a:lnSpc>
              <a:buNone/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889000" indent="-203200">
              <a:buNone/>
              <a:defRPr/>
            </a:lvl2pPr>
            <a:lvl3pPr marL="1346200" indent="-203200">
              <a:buNone/>
              <a:defRPr/>
            </a:lvl3pPr>
            <a:lvl4pPr marL="1778000" indent="-177800">
              <a:buNone/>
              <a:defRPr/>
            </a:lvl4pPr>
            <a:lvl5pPr marL="2235200" indent="-177800">
              <a:buNone/>
              <a:defRPr/>
            </a:lvl5pPr>
            <a:lvl6pPr marL="2692400" indent="-177800">
              <a:buNone/>
              <a:defRPr/>
            </a:lvl6pPr>
            <a:lvl7pPr marL="3149600" indent="-177800">
              <a:buNone/>
              <a:defRPr/>
            </a:lvl7pPr>
            <a:lvl8pPr marL="3606800" indent="-177800">
              <a:buNone/>
              <a:defRPr/>
            </a:lvl8pPr>
            <a:lvl9pPr marL="4064000" indent="-177800">
              <a:buNone/>
              <a:defRPr/>
            </a:lvl9pPr>
          </a:lstStyle>
          <a:p xmlns:a="http://schemas.openxmlformats.org/drawingml/2006/main"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sz="18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单击此处编辑母版文本样式</a:t>
            </a:r>
            <a:endParaRPr sz="18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第二级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sz="16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第三级</a:t>
            </a:r>
            <a:endParaRPr sz="16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第四级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sz="1400" b="0" i="0" u="none" strike="noStrike" spc="1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第五级</a:t>
            </a:r>
            <a:endParaRPr sz="1400" b="0" i="0" u="none" strike="noStrike" spc="15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5A81FD-A815-472E-991A-BD2EB89F43F7}"/>
              </a:ext>
            </a:extLst>
          </p:cNvPr>
          <p:cNvSpPr>
            <a:spLocks xmlns:a="http://schemas.openxmlformats.org/drawingml/2006/main" noGrp="1"/>
          </p:cNvSpPr>
          <p:nvPr>
            <p:ph type="body" idx="157" hasCustomPrompt="1"/>
          </p:nvPr>
        </p:nvSpPr>
        <p:spPr>
          <a:xfrm xmlns:a="http://schemas.openxmlformats.org/drawingml/2006/main">
            <a:off x="612775" y="6315075"/>
            <a:ext cx="2698750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AF5D35C-7067-4F61-AE38-514570A4BB60}"/>
              </a:ext>
            </a:extLst>
          </p:cNvPr>
          <p:cNvSpPr>
            <a:spLocks xmlns:a="http://schemas.openxmlformats.org/drawingml/2006/main" noGrp="1"/>
          </p:cNvSpPr>
          <p:nvPr>
            <p:ph type="body" idx="158" hasCustomPrompt="1"/>
          </p:nvPr>
        </p:nvSpPr>
        <p:spPr>
          <a:xfrm xmlns:a="http://schemas.openxmlformats.org/drawingml/2006/main">
            <a:off x="4116388" y="6315075"/>
            <a:ext cx="3959225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Footer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D44D852-0D4C-497B-9F0C-1E5731B8D61E}"/>
              </a:ext>
            </a:extLst>
          </p:cNvPr>
          <p:cNvSpPr>
            <a:spLocks xmlns:a="http://schemas.openxmlformats.org/drawingml/2006/main" noGrp="1"/>
          </p:cNvSpPr>
          <p:nvPr>
            <p:ph type="body" idx="159" hasCustomPrompt="1"/>
          </p:nvPr>
        </p:nvSpPr>
        <p:spPr>
          <a:xfrm xmlns:a="http://schemas.openxmlformats.org/drawingml/2006/main">
            <a:off x="8877300" y="6315075"/>
            <a:ext cx="2700338" cy="31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</a:rPr>
              <a:t>Click to add text</a:t>
            </a:r>
            <a:endParaRPr sz="1000" b="0" i="0" u="none" strike="noStrike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3" r:id="R2f1a13e9fc8b4f52"/>
    <p:sldLayoutId xmlns:r="http://schemas.openxmlformats.org/officeDocument/2006/relationships" id="2147483694" r:id="R91902dd112304c76"/>
    <p:sldLayoutId xmlns:r="http://schemas.openxmlformats.org/officeDocument/2006/relationships" id="2147483695" r:id="Rb2e6d10b29c44738"/>
    <p:sldLayoutId xmlns:r="http://schemas.openxmlformats.org/officeDocument/2006/relationships" id="2147483696" r:id="R47e69d5ea82d470e"/>
    <p:sldLayoutId xmlns:r="http://schemas.openxmlformats.org/officeDocument/2006/relationships" id="2147483697" r:id="R731107595e014ad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49c03926db4da8" /><Relationship Type="http://schemas.openxmlformats.org/officeDocument/2006/relationships/image" Target="/ppt/media/image.png" Id="R36969669870045f8" /><Relationship Type="http://schemas.openxmlformats.org/officeDocument/2006/relationships/image" Target="/ppt/media/image7.png" Id="R2465914eb0fa463e" /><Relationship Type="http://schemas.openxmlformats.org/officeDocument/2006/relationships/image" Target="/ppt/media/image8.png" Id="R1e551e1835df4997" /><Relationship Type="http://schemas.openxmlformats.org/officeDocument/2006/relationships/notesSlide" Target="/ppt/notesSlides/notesSlide1.xml" Id="R60977f0c573f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006c951dc0451b" /><Relationship Type="http://schemas.openxmlformats.org/officeDocument/2006/relationships/image" Target="/ppt/media/image5.png" Id="R55e59fd3a90a4e06" /><Relationship Type="http://schemas.openxmlformats.org/officeDocument/2006/relationships/notesSlide" Target="/ppt/notesSlides/notesSlide2.xml" Id="R6a508f5dd96f42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9ecbfe6a6cc4fc9" /><Relationship Type="http://schemas.openxmlformats.org/officeDocument/2006/relationships/image" Target="/ppt/media/image5.png" Id="R8be20c5746c44447" /><Relationship Type="http://schemas.openxmlformats.org/officeDocument/2006/relationships/notesSlide" Target="/ppt/notesSlides/notesSlide3.xml" Id="Rf25f6ae520b247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82b6fefc27424e" /><Relationship Type="http://schemas.openxmlformats.org/officeDocument/2006/relationships/image" Target="/ppt/media/image5.png" Id="Rcf55be41143949cb" /><Relationship Type="http://schemas.openxmlformats.org/officeDocument/2006/relationships/image" Target="/ppt/media/image9.png" Id="Rada2646ef20a49d6" /><Relationship Type="http://schemas.openxmlformats.org/officeDocument/2006/relationships/notesSlide" Target="/ppt/notesSlides/notesSlide4.xml" Id="Rdd314e62c1b6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fc82ea1cef4359" /><Relationship Type="http://schemas.openxmlformats.org/officeDocument/2006/relationships/image" Target="/ppt/media/image5.png" Id="R2262a32cb9b54ab2" /><Relationship Type="http://schemas.openxmlformats.org/officeDocument/2006/relationships/image" Target="/ppt/media/image10.png" Id="R6030d8f3450d418d" /><Relationship Type="http://schemas.openxmlformats.org/officeDocument/2006/relationships/notesSlide" Target="/ppt/notesSlides/notesSlide5.xml" Id="Rd48b81ed58dc44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2fcd15a39a451a" /><Relationship Type="http://schemas.openxmlformats.org/officeDocument/2006/relationships/image" Target="/ppt/media/image5.png" Id="Rb12cfe64d32242f4" /><Relationship Type="http://schemas.openxmlformats.org/officeDocument/2006/relationships/image" Target="/ppt/media/image.jpeg" Id="Rc2ad2692465c44f0" /><Relationship Type="http://schemas.openxmlformats.org/officeDocument/2006/relationships/notesSlide" Target="/ppt/notesSlides/notesSlide6.xml" Id="R9f552c608f184b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6b0f72eb0a410b" /><Relationship Type="http://schemas.openxmlformats.org/officeDocument/2006/relationships/image" Target="/ppt/media/image5.png" Id="R1d4152172ef24f66" /><Relationship Type="http://schemas.openxmlformats.org/officeDocument/2006/relationships/notesSlide" Target="/ppt/notesSlides/notesSlide7.xml" Id="R747da7e91d3f48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88ab2420ad4095" /><Relationship Type="http://schemas.openxmlformats.org/officeDocument/2006/relationships/image" Target="/ppt/media/image5.png" Id="R765282d9eab1415a" /><Relationship Type="http://schemas.openxmlformats.org/officeDocument/2006/relationships/notesSlide" Target="/ppt/notesSlides/notesSlide8.xml" Id="Ra863641da85647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248f72fac64c23" /><Relationship Type="http://schemas.openxmlformats.org/officeDocument/2006/relationships/image" Target="/ppt/media/image5.png" Id="R22b856bef80146e0" /><Relationship Type="http://schemas.openxmlformats.org/officeDocument/2006/relationships/notesSlide" Target="/ppt/notesSlides/notesSlide9.xml" Id="Rb7f02b50948c46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68f3a836eaf42ad" /><Relationship Type="http://schemas.openxmlformats.org/officeDocument/2006/relationships/image" Target="/ppt/media/image5.png" Id="Ra963339313624594" /><Relationship Type="http://schemas.openxmlformats.org/officeDocument/2006/relationships/notesSlide" Target="/ppt/notesSlides/notesSlide10.xml" Id="Ra1e1b597201d4e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e6757ab2774814" /><Relationship Type="http://schemas.openxmlformats.org/officeDocument/2006/relationships/image" Target="/ppt/media/image5.png" Id="R68f6c705e1be444a" /><Relationship Type="http://schemas.openxmlformats.org/officeDocument/2006/relationships/chart" Target="/ppt/slides/charts/chart1.xml" Id="Ra0448f9a59be4ac0" /><Relationship Type="http://schemas.openxmlformats.org/officeDocument/2006/relationships/notesSlide" Target="/ppt/notesSlides/notesSlide11.xml" Id="Rb6e46560a50845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95485ed4884a07" /><Relationship Type="http://schemas.openxmlformats.org/officeDocument/2006/relationships/image" Target="/ppt/media/image5.png" Id="R45dc979a50f344c6" /><Relationship Type="http://schemas.openxmlformats.org/officeDocument/2006/relationships/notesSlide" Target="/ppt/notesSlides/notesSlide12.xml" Id="R634b5909602149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cef0b537fe4214" /><Relationship Type="http://schemas.openxmlformats.org/officeDocument/2006/relationships/image" Target="/ppt/media/image5.png" Id="R1ebf21fcffd741f1" /><Relationship Type="http://schemas.openxmlformats.org/officeDocument/2006/relationships/notesSlide" Target="/ppt/notesSlides/notesSlide13.xml" Id="Raedd52abfa9640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50d8f079dc4316" /><Relationship Type="http://schemas.openxmlformats.org/officeDocument/2006/relationships/image" Target="/ppt/media/image5.png" Id="R6fed7e395a844a5c" /><Relationship Type="http://schemas.openxmlformats.org/officeDocument/2006/relationships/notesSlide" Target="/ppt/notesSlides/notesSlide14.xml" Id="R45df92d406a647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e4fe4237f14aed" /><Relationship Type="http://schemas.openxmlformats.org/officeDocument/2006/relationships/image" Target="/ppt/media/image5.png" Id="R7ba176acff684dc0" /><Relationship Type="http://schemas.openxmlformats.org/officeDocument/2006/relationships/notesSlide" Target="/ppt/notesSlides/notesSlide15.xml" Id="R3418a84f1fdc45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510a64807a4c1d" /><Relationship Type="http://schemas.openxmlformats.org/officeDocument/2006/relationships/image" Target="/ppt/media/image5.png" Id="Rd1c7773d01904a0a" /><Relationship Type="http://schemas.openxmlformats.org/officeDocument/2006/relationships/notesSlide" Target="/ppt/notesSlides/notesSlide16.xml" Id="R3c056990f8c340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4d6b3a942347e9" /><Relationship Type="http://schemas.openxmlformats.org/officeDocument/2006/relationships/image" Target="/ppt/media/image5.png" Id="Rf0c9a41303a346e3" /><Relationship Type="http://schemas.openxmlformats.org/officeDocument/2006/relationships/notesSlide" Target="/ppt/notesSlides/notesSlide17.xml" Id="R1cf47ee62d0843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fc496fb6d94265" /><Relationship Type="http://schemas.openxmlformats.org/officeDocument/2006/relationships/image" Target="/ppt/media/image5.png" Id="Rc0ae50b2de4d4f3b" /><Relationship Type="http://schemas.openxmlformats.org/officeDocument/2006/relationships/notesSlide" Target="/ppt/notesSlides/notesSlide18.xml" Id="R0db504a314454d2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可用度下降（百分点）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00508C"/>
              </a:solidFill>
              <a:latin typeface="Noto Sans SC"/>
              <a:ea typeface="Noto Sans SC"/>
              <a:cs typeface="Noto Sans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下降幅度（百分点）</c:v>
          </c:tx>
          <c:spPr>
            <a:solidFill xmlns:a="http://schemas.openxmlformats.org/drawingml/2006/main">
              <a:srgbClr val="006DB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20 / GS-01</c:v>
                </c:pt>
                <c:pt idx="1">
                  <c:v>20 / GS-02</c:v>
                </c:pt>
                <c:pt idx="2">
                  <c:v>21 / GS-01</c:v>
                </c:pt>
                <c:pt idx="3">
                  <c:v>21 / GS-02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0.5</c:v>
                </c:pt>
                <c:pt idx="3">
                  <c:v>0.4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0508C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9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C8D9E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DD973A8B-0698-4C19-B9BD-EC8012081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69669870045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675" y="185738"/>
            <a:ext cx="2374900" cy="547687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3" name="Picture 3">
            <a:extLst xmlns:a="http://schemas.openxmlformats.org/drawingml/2006/main">
              <a:ext uri="{FF2B5EF4-FFF2-40B4-BE49-F238E27FC236}">
                <a16:creationId xmlns:a16="http://schemas.microsoft.com/office/drawing/2014/main" id="{F36564BF-D2CC-4BDE-95A7-48A20830A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5914eb0fa46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908685"/>
            <a:ext cx="12193588" cy="4694238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B55D015-A1A8-4F5C-B76E-C77BCFE3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" y="1283970"/>
            <a:ext cx="8180705" cy="2049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90170" tIns="46990" rIns="90170" bIns="4699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800" b="1" i="0" u="none" strike="noStrike" spc="3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基于本体的卫星网络</a:t>
            </a:r>
            <a:endParaRPr sz="11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800" b="1" i="0" u="none" strike="noStrike" spc="3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异常关联与根因分析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A418860-2C97-46BC-8B21-4DE64C4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0" y="5070158"/>
            <a:ext cx="2560638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0000" tIns="46800" rIns="90000" bIns="46800" anchor="b">
            <a:noAutofit/>
          </a:bodyPr>
          <a:lstStyle xmlns:a="http://schemas.openxmlformats.org/drawingml/2006/main">
            <a:defPPr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  <a:defRPr sz="14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2026年10月17日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C2349FF-A5B2-4596-90CC-F2C7AC3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3" y="4625975"/>
            <a:ext cx="542925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0000" tIns="46800" rIns="90000" bIns="46800" anchor="b">
            <a:noAutofit/>
          </a:bodyPr>
          <a:lstStyle xmlns:a="http://schemas.openxmlformats.org/drawingml/2006/main">
            <a:defPPr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已有系统与卫星场景应用</a:t>
            </a:r>
            <a:endParaRPr sz="1100"/>
          </a:p>
        </p:txBody>
      </p:sp>
      <p:pic>
        <p:nvPicPr>
          <p:cNvPr id="7" name="Picture 7">
            <a:extLst xmlns:a="http://schemas.openxmlformats.org/drawingml/2006/main">
              <a:ext uri="{FF2B5EF4-FFF2-40B4-BE49-F238E27FC236}">
                <a16:creationId xmlns:a16="http://schemas.microsoft.com/office/drawing/2014/main" id="{6E1AFACF-6950-4FB7-92D3-7AF24C044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1e1835df4997"/>
          <a:srcRect xmlns:a="http://schemas.openxmlformats.org/drawingml/2006/main" l="55283" t="0" r="208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3" y="3587750"/>
            <a:ext cx="1063625" cy="477838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8" name="Picture 8">
            <a:extLst xmlns:a="http://schemas.openxmlformats.org/drawingml/2006/main">
              <a:ext uri="{FF2B5EF4-FFF2-40B4-BE49-F238E27FC236}">
                <a16:creationId xmlns:a16="http://schemas.microsoft.com/office/drawing/2014/main" id="{ACDBE948-9C38-47B6-AFC5-19936C216E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1e1835df49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0713" y="6008688"/>
            <a:ext cx="3600450" cy="385762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13096625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25217108-E94F-45F6-AD29-CD8F83E9A2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59fd3a90a4e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8DCD6BC-C893-491C-8017-FB70D665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 已有系统：功能与定位</a:t>
            </a:r>
            <a:endParaRPr sz="1100"/>
          </a:p>
        </p:txBody>
      </p:sp>
      <p:sp>
        <p:nvSpPr>
          <p:cNvPr id="16" name="现有 MVP 是“目标 → 任务 → 能力 → 结果”的工作台，已具备本">
            <a:extLst xmlns:a="http://schemas.openxmlformats.org/drawingml/2006/main">
              <a:ext uri="{FF2B5EF4-FFF2-40B4-BE49-F238E27FC236}">
                <a16:creationId xmlns:a16="http://schemas.microsoft.com/office/drawing/2014/main" id="{04DE4D2D-3992-4A03-8932-1EAEAE5B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现有 MVP 支持需求拆解、任务执行与结果交付，并保留本体校验和执行记录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软件研发任务链">
            <a:extLst xmlns:a="http://schemas.openxmlformats.org/drawingml/2006/main">
              <a:ext uri="{FF2B5EF4-FFF2-40B4-BE49-F238E27FC236}">
                <a16:creationId xmlns:a16="http://schemas.microsoft.com/office/drawing/2014/main" id="{8B22C25C-61BF-4D23-BFDF-4001F79E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软件研发任务链</a:t>
            </a:r>
            <a:endParaRPr sz="19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数据报表任务链">
            <a:extLst xmlns:a="http://schemas.openxmlformats.org/drawingml/2006/main">
              <a:ext uri="{FF2B5EF4-FFF2-40B4-BE49-F238E27FC236}">
                <a16:creationId xmlns:a16="http://schemas.microsoft.com/office/drawing/2014/main" id="{7A45910F-9431-431D-9E3E-0399DBC9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520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数据报表任务链</a:t>
            </a:r>
            <a:endParaRPr sz="19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创建 Feature，描述需求目标">
            <a:extLst xmlns:a="http://schemas.openxmlformats.org/drawingml/2006/main">
              <a:ext uri="{FF2B5EF4-FFF2-40B4-BE49-F238E27FC236}">
                <a16:creationId xmlns:a16="http://schemas.microsoft.com/office/drawing/2014/main" id="{2B9DE91A-6D73-4F8E-A26A-3B10FF27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8577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创建 Feature，描述需求目标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1800"/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生成 Spec、Plan、Task 与检查清单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1800"/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调用构建、日志查询等演示能力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1800"/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保留任务状态和检查结果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输入数据分析目标和结果要求">
            <a:extLst xmlns:a="http://schemas.openxmlformats.org/drawingml/2006/main">
              <a:ext uri="{FF2B5EF4-FFF2-40B4-BE49-F238E27FC236}">
                <a16:creationId xmlns:a16="http://schemas.microsoft.com/office/drawing/2014/main" id="{9E335615-77EF-4579-B67B-F6D7623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8577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输入数据分析目标和结果要求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1800"/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匹配清洗、聚合、导出等任务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1800"/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执行数据处理，产出报表与摘要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1800"/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展示任务、证据与下载文件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共用底座：OWL 语义校验  ·  SQL / Neo4j 存储与图谱  ·  MCP 工具入口">
            <a:extLst xmlns:a="http://schemas.openxmlformats.org/drawingml/2006/main">
              <a:ext uri="{FF2B5EF4-FFF2-40B4-BE49-F238E27FC236}">
                <a16:creationId xmlns:a16="http://schemas.microsoft.com/office/drawing/2014/main" id="{9E5BEF64-99CF-4DC4-9AD6-B1DCE5B1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相同底座</a:t>
            </a: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：OWL 语义校验  ·  SQL / Neo4j 存储与图谱  ·  MCP 工具入口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39DA353D-9D2D-4F74-A0CE-7B8347F2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</a:ln>
        </p:spPr>
      </p:sp>
      <p:sp>
        <p:nvSpPr>
          <p:cNvPr id="23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275937B7-2215-4A86-BF3F-7E23B803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02 / 22">
            <a:extLst xmlns:a="http://schemas.openxmlformats.org/drawingml/2006/main">
              <a:ext uri="{FF2B5EF4-FFF2-40B4-BE49-F238E27FC236}">
                <a16:creationId xmlns:a16="http://schemas.microsoft.com/office/drawing/2014/main" id="{E8AA46B2-8F9E-40AB-8662-4D4A9443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02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439178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直接箭头连接符 26">
            <a:extLst xmlns:a="http://schemas.openxmlformats.org/drawingml/2006/main">
              <a:ext uri="{FF2B5EF4-FFF2-40B4-BE49-F238E27FC236}">
                <a16:creationId xmlns:a16="http://schemas.microsoft.com/office/drawing/2014/main" id="{7A52CD3C-8D94-429A-A36D-C179AB4B8A71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71550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6" name="直接箭头连接符 25">
            <a:extLst xmlns:a="http://schemas.openxmlformats.org/drawingml/2006/main">
              <a:ext uri="{FF2B5EF4-FFF2-40B4-BE49-F238E27FC236}">
                <a16:creationId xmlns:a16="http://schemas.microsoft.com/office/drawing/2014/main" id="{48B6A2BE-4625-4A88-80EE-FBBD23B3F0F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4860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5" name="直接箭头连接符 24">
            <a:extLst xmlns:a="http://schemas.openxmlformats.org/drawingml/2006/main">
              <a:ext uri="{FF2B5EF4-FFF2-40B4-BE49-F238E27FC236}">
                <a16:creationId xmlns:a16="http://schemas.microsoft.com/office/drawing/2014/main" id="{75C4191D-B481-495F-AE66-4A8F83F8A937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8170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4" name="直接箭头连接符 23">
            <a:extLst xmlns:a="http://schemas.openxmlformats.org/drawingml/2006/main">
              <a:ext uri="{FF2B5EF4-FFF2-40B4-BE49-F238E27FC236}">
                <a16:creationId xmlns:a16="http://schemas.microsoft.com/office/drawing/2014/main" id="{C9E23E3A-845C-47B3-815E-C88A5848CA1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11480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3" name="直接箭头连接符 22">
            <a:extLst xmlns:a="http://schemas.openxmlformats.org/drawingml/2006/main">
              <a:ext uri="{FF2B5EF4-FFF2-40B4-BE49-F238E27FC236}">
                <a16:creationId xmlns:a16="http://schemas.microsoft.com/office/drawing/2014/main" id="{325E347F-A3EF-4A44-BB30-72A71847B67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24790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2AB62DB4-997A-4AD8-AB1D-CB678EE76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20c5746c444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74162F-8EC6-486B-842C-D61D1066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 已有系统：技术流程</a:t>
            </a:r>
            <a:endParaRPr sz="1100"/>
          </a:p>
        </p:txBody>
      </p:sp>
      <p:sp>
        <p:nvSpPr>
          <p:cNvPr id="16" name="把用户目标转成可执行任务，并记录每一步做了什么、用了什么能力、生成什么结">
            <a:extLst xmlns:a="http://schemas.openxmlformats.org/drawingml/2006/main">
              <a:ext uri="{FF2B5EF4-FFF2-40B4-BE49-F238E27FC236}">
                <a16:creationId xmlns:a16="http://schemas.microsoft.com/office/drawing/2014/main" id="{DE6FAA3A-8B87-4309-A8A5-9FC0E0F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把用户目标转成可执行任务，并记录每一步做了什么、用了什么能力、生成什么结果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用户目标">
            <a:extLst xmlns:a="http://schemas.openxmlformats.org/drawingml/2006/main">
              <a:ext uri="{FF2B5EF4-FFF2-40B4-BE49-F238E27FC236}">
                <a16:creationId xmlns:a16="http://schemas.microsoft.com/office/drawing/2014/main" id="{74254A40-7EA0-4493-8688-B28CAEB5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用户目标</a:t>
            </a:r>
            <a:endParaRPr sz="17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输入需求</a:t>
            </a:r>
            <a:endParaRPr sz="17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AI / 规则">
            <a:extLst xmlns:a="http://schemas.openxmlformats.org/drawingml/2006/main">
              <a:ext uri="{FF2B5EF4-FFF2-40B4-BE49-F238E27FC236}">
                <a16:creationId xmlns:a16="http://schemas.microsoft.com/office/drawing/2014/main" id="{4F49CD99-DBF6-493E-A135-59AFBD5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8597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AI / 规则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解析目标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规范与计划">
            <a:extLst xmlns:a="http://schemas.openxmlformats.org/drawingml/2006/main">
              <a:ext uri="{FF2B5EF4-FFF2-40B4-BE49-F238E27FC236}">
                <a16:creationId xmlns:a16="http://schemas.microsoft.com/office/drawing/2014/main" id="{8898E6CC-0D6F-43F8-A8FD-237C7C4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8597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规范与计划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定义结果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任务 / Skill">
            <a:extLst xmlns:a="http://schemas.openxmlformats.org/drawingml/2006/main">
              <a:ext uri="{FF2B5EF4-FFF2-40B4-BE49-F238E27FC236}">
                <a16:creationId xmlns:a16="http://schemas.microsoft.com/office/drawing/2014/main" id="{8691C81E-1037-4156-9C82-A41527B9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8597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任务 / Skill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匹配能力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执行与检查">
            <a:extLst xmlns:a="http://schemas.openxmlformats.org/drawingml/2006/main">
              <a:ext uri="{FF2B5EF4-FFF2-40B4-BE49-F238E27FC236}">
                <a16:creationId xmlns:a16="http://schemas.microsoft.com/office/drawing/2014/main" id="{846FBE31-3032-40DB-A1BF-0914D24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8597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执行与检查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调用处理器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产物与证据">
            <a:extLst xmlns:a="http://schemas.openxmlformats.org/drawingml/2006/main">
              <a:ext uri="{FF2B5EF4-FFF2-40B4-BE49-F238E27FC236}">
                <a16:creationId xmlns:a16="http://schemas.microsoft.com/office/drawing/2014/main" id="{BA37E8B4-9995-4062-B2D9-D2FB41CE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8597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4288">
            <a:solidFill>
              <a:srgbClr val="15803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产物与证据</a:t>
            </a:r>
            <a:endParaRPr sz="1725" b="1">
              <a:solidFill>
                <a:srgbClr val="15803D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记录结果</a:t>
            </a:r>
            <a:endParaRPr sz="1725" b="1">
              <a:solidFill>
                <a:srgbClr val="15803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OWL 本体 / 推理校验：对象类型、字段、合法关系和逻辑约束">
            <a:extLst xmlns:a="http://schemas.openxmlformats.org/drawingml/2006/main">
              <a:ext uri="{FF2B5EF4-FFF2-40B4-BE49-F238E27FC236}">
                <a16:creationId xmlns:a16="http://schemas.microsoft.com/office/drawing/2014/main" id="{D9D2DEFD-F9A9-416E-BFA7-AB736B0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OWL 本体 / 推理校验：对象类型、字段、合法关系和逻辑约束</a:t>
            </a:r>
            <a:endParaRPr sz="180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SQL / Neo4j：需求、任务状态、对象关系、运行记录、Evidence 与 Artifact">
            <a:extLst xmlns:a="http://schemas.openxmlformats.org/drawingml/2006/main">
              <a:ext uri="{FF2B5EF4-FFF2-40B4-BE49-F238E27FC236}">
                <a16:creationId xmlns:a16="http://schemas.microsoft.com/office/drawing/2014/main" id="{CF522601-0983-4588-8BC4-B8ED2B22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64748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SQL / Neo4j：需求、任务状态、对象关系、运行记录、Evidence 与 Artifact</a:t>
            </a:r>
            <a:endParaRPr sz="1725" b="1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当前实现：报表按规则目录选任务，由 Python 处理器执行；MCP 对">
            <a:extLst xmlns:a="http://schemas.openxmlformats.org/drawingml/2006/main">
              <a:ext uri="{FF2B5EF4-FFF2-40B4-BE49-F238E27FC236}">
                <a16:creationId xmlns:a16="http://schemas.microsoft.com/office/drawing/2014/main" id="{9198E8DF-366D-4AE1-BB81-20D8D3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当前实现：报表按规则目录选任务，由 Python 处理器执行，MCP 提供工具入口。</a:t>
            </a:r>
            <a:endParaRPr sz="1575" b="0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软件研发链为 Feature → Spec → Plan → Task，AI 可通过配置接入。</a:t>
            </a:r>
            <a:endParaRPr sz="1575" b="0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34616C5D-57F5-4C31-8B6E-5E6E5DF0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</a:ln>
        </p:spPr>
      </p:sp>
      <p:sp>
        <p:nvSpPr>
          <p:cNvPr id="32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ED1947E6-4B45-4A5A-BA7E-293C636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03 / 22">
            <a:extLst xmlns:a="http://schemas.openxmlformats.org/drawingml/2006/main">
              <a:ext uri="{FF2B5EF4-FFF2-40B4-BE49-F238E27FC236}">
                <a16:creationId xmlns:a16="http://schemas.microsoft.com/office/drawing/2014/main" id="{4E6126F8-571D-489B-AE46-EFB8669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03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66623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6CC5FB8C-04F4-47CE-B000-582875188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5be41143949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B801C22-78CB-421B-87E4-BA538ADA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 已有演示：输入与执行</a:t>
            </a:r>
            <a:endParaRPr sz="1100"/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574E2F6B-BC4A-46E5-891C-2486FDE87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2646ef20a49d6"/>
          <a:srcRect xmlns:a="http://schemas.openxmlformats.org/drawingml/2006/main" l="13275" t="0" r="162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381750" cy="4429125"/>
          </a:xfrm>
          <a:prstGeom xmlns:a="http://schemas.openxmlformats.org/drawingml/2006/main" prst="rect">
            <a:avLst/>
          </a:prstGeom>
        </p:spPr>
      </p:pic>
      <p:sp>
        <p:nvSpPr>
          <p:cNvPr id="18" name="输入一句需求，可以看到执行步骤和对象关系">
            <a:extLst xmlns:a="http://schemas.openxmlformats.org/drawingml/2006/main">
              <a:ext uri="{FF2B5EF4-FFF2-40B4-BE49-F238E27FC236}">
                <a16:creationId xmlns:a16="http://schemas.microsoft.com/office/drawing/2014/main" id="{EBA39F6A-8606-4AB2-BC1C-4556B755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输入一句需求，可以看到执行步骤和对象关系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输入分析需求">
            <a:extLst xmlns:a="http://schemas.openxmlformats.org/drawingml/2006/main">
              <a:ext uri="{FF2B5EF4-FFF2-40B4-BE49-F238E27FC236}">
                <a16:creationId xmlns:a16="http://schemas.microsoft.com/office/drawing/2014/main" id="{4AD370F1-C4F7-4BE6-99D0-65124F15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050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输入分析需求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例如：分析销售额和回款情况">
            <a:extLst xmlns:a="http://schemas.openxmlformats.org/drawingml/2006/main">
              <a:ext uri="{FF2B5EF4-FFF2-40B4-BE49-F238E27FC236}">
                <a16:creationId xmlns:a16="http://schemas.microsoft.com/office/drawing/2014/main" id="{A84783EB-C181-4904-A7E5-5CC37B3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098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例如：分析销售额和回款情况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逐步查看执行">
            <a:extLst xmlns:a="http://schemas.openxmlformats.org/drawingml/2006/main">
              <a:ext uri="{FF2B5EF4-FFF2-40B4-BE49-F238E27FC236}">
                <a16:creationId xmlns:a16="http://schemas.microsoft.com/office/drawing/2014/main" id="{FA54810E-4F97-4B16-8E84-09186C0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逐步查看执行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左侧显示正在执行哪一步">
            <a:extLst xmlns:a="http://schemas.openxmlformats.org/drawingml/2006/main">
              <a:ext uri="{FF2B5EF4-FFF2-40B4-BE49-F238E27FC236}">
                <a16:creationId xmlns:a16="http://schemas.microsoft.com/office/drawing/2014/main" id="{1D57180D-6DEA-4AED-97E0-515A48A4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576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左侧显示正在执行哪一步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查看关系与检查结果">
            <a:extLst xmlns:a="http://schemas.openxmlformats.org/drawingml/2006/main">
              <a:ext uri="{FF2B5EF4-FFF2-40B4-BE49-F238E27FC236}">
                <a16:creationId xmlns:a16="http://schemas.microsoft.com/office/drawing/2014/main" id="{24B17BD5-9184-484E-8FD4-F55E3AF9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00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查看关系与检查结果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右侧展示本体图谱和规则判断">
            <a:extLst xmlns:a="http://schemas.openxmlformats.org/drawingml/2006/main">
              <a:ext uri="{FF2B5EF4-FFF2-40B4-BE49-F238E27FC236}">
                <a16:creationId xmlns:a16="http://schemas.microsoft.com/office/drawing/2014/main" id="{9B19EAB5-11E6-47EC-BC87-E76C0CF1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05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右侧展示本体图谱和规则判断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F5D854FD-6C47-4999-91D1-C53103DD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6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5C2E8DAE-0FA7-4788-8976-C188DE2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03 / 14">
            <a:extLst xmlns:a="http://schemas.openxmlformats.org/drawingml/2006/main">
              <a:ext uri="{FF2B5EF4-FFF2-40B4-BE49-F238E27FC236}">
                <a16:creationId xmlns:a16="http://schemas.microsoft.com/office/drawing/2014/main" id="{0939A9E6-AFAF-41EB-8AB4-0C1207B1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04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402098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EB4D6926-3C22-4CF6-9E64-CE8120D65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2a32cb9b54a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93DEDCB-BFFA-42EF-8A54-E6A2E26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 已有演示：结果与报告</a:t>
            </a:r>
            <a:endParaRPr sz="1100"/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1C130FC4-4574-44D2-A006-C29C5D454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0d8f3450d418d"/>
          <a:srcRect xmlns:a="http://schemas.openxmlformats.org/drawingml/2006/main" l="16867" t="1559" r="16566" b="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4667250" cy="4429125"/>
          </a:xfrm>
          <a:prstGeom xmlns:a="http://schemas.openxmlformats.org/drawingml/2006/main" prst="rect">
            <a:avLst/>
          </a:prstGeom>
        </p:spPr>
      </p:pic>
      <p:sp>
        <p:nvSpPr>
          <p:cNvPr id="18" name="系统输出结论和图表，也保留数据来源与执行记录">
            <a:extLst xmlns:a="http://schemas.openxmlformats.org/drawingml/2006/main">
              <a:ext uri="{FF2B5EF4-FFF2-40B4-BE49-F238E27FC236}">
                <a16:creationId xmlns:a16="http://schemas.microsoft.com/office/drawing/2014/main" id="{43E036BD-AD29-41B6-861E-38DED7F9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系统输出结论和图表，也保留数据来源与执行记录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回答用户的问题">
            <a:extLst xmlns:a="http://schemas.openxmlformats.org/drawingml/2006/main">
              <a:ext uri="{FF2B5EF4-FFF2-40B4-BE49-F238E27FC236}">
                <a16:creationId xmlns:a16="http://schemas.microsoft.com/office/drawing/2014/main" id="{F78EEDDC-B060-481D-B359-2E31765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050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回答用户的问题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把数据结果整理成可读结论">
            <a:extLst xmlns:a="http://schemas.openxmlformats.org/drawingml/2006/main">
              <a:ext uri="{FF2B5EF4-FFF2-40B4-BE49-F238E27FC236}">
                <a16:creationId xmlns:a16="http://schemas.microsoft.com/office/drawing/2014/main" id="{91A624CA-CFEC-49B1-A37E-A2A2C6D7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098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把数据结果整理成可读结论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说明依据">
            <a:extLst xmlns:a="http://schemas.openxmlformats.org/drawingml/2006/main">
              <a:ext uri="{FF2B5EF4-FFF2-40B4-BE49-F238E27FC236}">
                <a16:creationId xmlns:a16="http://schemas.microsoft.com/office/drawing/2014/main" id="{0C5BF480-4E95-4CC3-A1CD-E396CC88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528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说明依据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可以回看用了哪些数据、做了哪些步骤">
            <a:extLst xmlns:a="http://schemas.openxmlformats.org/drawingml/2006/main">
              <a:ext uri="{FF2B5EF4-FFF2-40B4-BE49-F238E27FC236}">
                <a16:creationId xmlns:a16="http://schemas.microsoft.com/office/drawing/2014/main" id="{96D2D824-86B1-40FC-97D7-82D0185B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可以回看用了哪些数据、做了哪些步骤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交付报告文件">
            <a:extLst xmlns:a="http://schemas.openxmlformats.org/drawingml/2006/main">
              <a:ext uri="{FF2B5EF4-FFF2-40B4-BE49-F238E27FC236}">
                <a16:creationId xmlns:a16="http://schemas.microsoft.com/office/drawing/2014/main" id="{7838E41B-45C0-411E-BE64-4B6EE8B1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006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交付报告文件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支持图表、Excel 和报告下载">
            <a:extLst xmlns:a="http://schemas.openxmlformats.org/drawingml/2006/main">
              <a:ext uri="{FF2B5EF4-FFF2-40B4-BE49-F238E27FC236}">
                <a16:creationId xmlns:a16="http://schemas.microsoft.com/office/drawing/2014/main" id="{04EEFFAB-E12F-446B-8747-A677EFB7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054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支持图表、Excel 和报告下载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当前截图使用内置演示数据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531B8C2A-61A5-4582-8322-F159D985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6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9DBC65B9-F200-45B0-AF3E-F1B0858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04 / 14">
            <a:extLst xmlns:a="http://schemas.openxmlformats.org/drawingml/2006/main">
              <a:ext uri="{FF2B5EF4-FFF2-40B4-BE49-F238E27FC236}">
                <a16:creationId xmlns:a16="http://schemas.microsoft.com/office/drawing/2014/main" id="{68011996-4606-43F3-B798-7225E23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05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91041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821B8A43-114C-4EEB-AF83-AB9D5E5E4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cfe64d32242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10FC61E-F7B5-494B-9A75-F93B5DCF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 场景目标：多颗卫星指标同时下降</a:t>
            </a:r>
            <a:endParaRPr sz="1100"/>
          </a:p>
        </p:txBody>
      </p:sp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CA35787E-1850-404D-8A36-B03BA5D0D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2692465c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290" y="1952625"/>
            <a:ext cx="6250869" cy="4133850"/>
          </a:xfrm>
          <a:prstGeom xmlns:a="http://schemas.openxmlformats.org/drawingml/2006/main" prst="rect">
            <a:avLst/>
          </a:prstGeom>
        </p:spPr>
      </p:pic>
      <p:sp>
        <p:nvSpPr>
          <p:cNvPr id="21" name="目标是缩小排查范围，说明应该先检查谁">
            <a:extLst xmlns:a="http://schemas.openxmlformats.org/drawingml/2006/main">
              <a:ext uri="{FF2B5EF4-FFF2-40B4-BE49-F238E27FC236}">
                <a16:creationId xmlns:a16="http://schemas.microsoft.com/office/drawing/2014/main" id="{FF4A9F26-86AC-44C6-92CE-B5AC4DC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目标是缩小排查范围，说明应该先检查谁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观察到的异常">
            <a:extLst xmlns:a="http://schemas.openxmlformats.org/drawingml/2006/main">
              <a:ext uri="{FF2B5EF4-FFF2-40B4-BE49-F238E27FC236}">
                <a16:creationId xmlns:a16="http://schemas.microsoft.com/office/drawing/2014/main" id="{1CC6E3D8-1277-45C8-88BE-7B67424D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9775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观察到的异常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10:00—10:15">
            <a:extLst xmlns:a="http://schemas.openxmlformats.org/drawingml/2006/main">
              <a:ext uri="{FF2B5EF4-FFF2-40B4-BE49-F238E27FC236}">
                <a16:creationId xmlns:a16="http://schemas.microsoft.com/office/drawing/2014/main" id="{42BF86E2-ACF1-42F4-8AB8-6D672F00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10:00—10:15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5 颗卫星的可用度同时下降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希望系统回答">
            <a:extLst xmlns:a="http://schemas.openxmlformats.org/drawingml/2006/main">
              <a:ext uri="{FF2B5EF4-FFF2-40B4-BE49-F238E27FC236}">
                <a16:creationId xmlns:a16="http://schemas.microsoft.com/office/drawing/2014/main" id="{8190EF86-988E-4906-A074-D714892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24275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希望系统回答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它们共同经过哪里？">
            <a:extLst xmlns:a="http://schemas.openxmlformats.org/drawingml/2006/main">
              <a:ext uri="{FF2B5EF4-FFF2-40B4-BE49-F238E27FC236}">
                <a16:creationId xmlns:a16="http://schemas.microsoft.com/office/drawing/2014/main" id="{ACE81A92-8736-4887-BF71-C765B18F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39814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它们共同经过哪里？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哪些对象更值得先检查？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判断依据是什么？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图为需求示意，尚未接入真实卫星数据">
            <a:extLst xmlns:a="http://schemas.openxmlformats.org/drawingml/2006/main">
              <a:ext uri="{FF2B5EF4-FFF2-40B4-BE49-F238E27FC236}">
                <a16:creationId xmlns:a16="http://schemas.microsoft.com/office/drawing/2014/main" id="{23095958-5086-43E0-B582-52BCFF9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81675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图为需求示意，尚未接入真实卫星数据</a:t>
            </a:r>
            <a:endParaRPr sz="14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136D8F72-F9B8-4452-BFC5-C87B3175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8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180DCA28-81AD-47D8-9CEE-5610CE8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05 / 14">
            <a:extLst xmlns:a="http://schemas.openxmlformats.org/drawingml/2006/main">
              <a:ext uri="{FF2B5EF4-FFF2-40B4-BE49-F238E27FC236}">
                <a16:creationId xmlns:a16="http://schemas.microsoft.com/office/drawing/2014/main" id="{D23D6A88-9B41-4582-9F3B-9481697A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06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995286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ABADA709-4807-4317-AAD3-35C3DA3031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152172ef24f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86D849E-5C8B-40DB-AF43-D725504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 排查范围：卫星、地面站与链路</a:t>
            </a:r>
            <a:endParaRPr sz="1100"/>
          </a:p>
        </p:txBody>
      </p:sp>
      <p:sp>
        <p:nvSpPr>
          <p:cNvPr id="16" name="卫星和地面站都可能出问题，链路也需要核查">
            <a:extLst xmlns:a="http://schemas.openxmlformats.org/drawingml/2006/main">
              <a:ext uri="{FF2B5EF4-FFF2-40B4-BE49-F238E27FC236}">
                <a16:creationId xmlns:a16="http://schemas.microsoft.com/office/drawing/2014/main" id="{A7327DB1-9ECE-4685-8624-9A87F883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卫星和地面站都可能出问题，链路也需要核查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E67F4974-1036-4606-ACE3-3E51583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986088"/>
            <a:ext cx="14644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612">
            <a:solidFill>
              <a:srgbClr val="006DB8"/>
            </a:solidFill>
            <a:prstDash val="solid"/>
          </a:ln>
        </p:spPr>
      </p:sp>
      <p:sp>
        <p:nvSpPr>
          <p:cNvPr id="18" name="卫星矢量太阳翼">
            <a:extLst xmlns:a="http://schemas.openxmlformats.org/drawingml/2006/main">
              <a:ext uri="{FF2B5EF4-FFF2-40B4-BE49-F238E27FC236}">
                <a16:creationId xmlns:a16="http://schemas.microsoft.com/office/drawing/2014/main" id="{EAA5A117-CA1C-4AFC-9F20-949864B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93194"/>
            <a:ext cx="622399" cy="597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24408">
            <a:solidFill>
              <a:srgbClr val="006DB8"/>
            </a:solidFill>
          </a:ln>
        </p:spPr>
      </p:sp>
      <p:sp>
        <p:nvSpPr>
          <p:cNvPr id="19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10C9C431-CE2C-440D-9491-DA6B7390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116" y="2693194"/>
            <a:ext cx="0" cy="5979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204">
            <a:solidFill>
              <a:srgbClr val="006DB8"/>
            </a:solidFill>
            <a:prstDash val="solid"/>
          </a:ln>
        </p:spPr>
      </p:sp>
      <p:sp>
        <p:nvSpPr>
          <p:cNvPr id="20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40DF90F4-095B-48CF-8F69-ED97AFB3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583" y="2693194"/>
            <a:ext cx="0" cy="5979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204">
            <a:solidFill>
              <a:srgbClr val="006DB8"/>
            </a:solidFill>
            <a:prstDash val="solid"/>
          </a:ln>
        </p:spPr>
      </p:sp>
      <p:sp>
        <p:nvSpPr>
          <p:cNvPr id="2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71DAAF4C-C02E-4C37-88B1-C9DEDD8A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92189"/>
            <a:ext cx="6223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204">
            <a:solidFill>
              <a:srgbClr val="006DB8"/>
            </a:solidFill>
            <a:prstDash val="solid"/>
          </a:ln>
        </p:spPr>
      </p:sp>
      <p:sp>
        <p:nvSpPr>
          <p:cNvPr id="22" name="卫星矢量太阳翼">
            <a:extLst xmlns:a="http://schemas.openxmlformats.org/drawingml/2006/main">
              <a:ext uri="{FF2B5EF4-FFF2-40B4-BE49-F238E27FC236}">
                <a16:creationId xmlns:a16="http://schemas.microsoft.com/office/drawing/2014/main" id="{3E659B63-D507-40B6-AC23-E04A8388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876" y="2693194"/>
            <a:ext cx="622399" cy="597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24408">
            <a:solidFill>
              <a:srgbClr val="006DB8"/>
            </a:solidFill>
          </a:ln>
        </p:spPr>
      </p:sp>
      <p:sp>
        <p:nvSpPr>
          <p:cNvPr id="23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B75CA386-4807-4C93-8830-2B17F321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342" y="2693194"/>
            <a:ext cx="0" cy="5979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204">
            <a:solidFill>
              <a:srgbClr val="006DB8"/>
            </a:solidFill>
            <a:prstDash val="solid"/>
          </a:ln>
        </p:spPr>
      </p:sp>
      <p:sp>
        <p:nvSpPr>
          <p:cNvPr id="24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BE029BCD-73E8-4737-B9E2-C875ED1C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809" y="2693194"/>
            <a:ext cx="0" cy="5979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204">
            <a:solidFill>
              <a:srgbClr val="006DB8"/>
            </a:solidFill>
            <a:prstDash val="solid"/>
          </a:ln>
        </p:spPr>
      </p:sp>
      <p:sp>
        <p:nvSpPr>
          <p:cNvPr id="25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08E00B4B-B662-4545-83A1-7E4F99C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876" y="2992189"/>
            <a:ext cx="6223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204">
            <a:solidFill>
              <a:srgbClr val="006DB8"/>
            </a:solidFill>
            <a:prstDash val="solid"/>
          </a:ln>
        </p:spPr>
      </p:sp>
      <p:sp>
        <p:nvSpPr>
          <p:cNvPr id="26" name="卫星矢量主体">
            <a:extLst xmlns:a="http://schemas.openxmlformats.org/drawingml/2006/main">
              <a:ext uri="{FF2B5EF4-FFF2-40B4-BE49-F238E27FC236}">
                <a16:creationId xmlns:a16="http://schemas.microsoft.com/office/drawing/2014/main" id="{7D5B8A84-A265-4AB7-9A10-C681EEDC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680" y="2595563"/>
            <a:ext cx="512564" cy="793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B77"/>
          </a:solidFill>
          <a:ln xmlns:a="http://schemas.openxmlformats.org/drawingml/2006/main" w="29289">
            <a:solidFill>
              <a:srgbClr val="006DB8"/>
            </a:solidFill>
          </a:ln>
        </p:spPr>
      </p:sp>
      <p:sp>
        <p:nvSpPr>
          <p:cNvPr id="27" name="卫星矢量载荷">
            <a:extLst xmlns:a="http://schemas.openxmlformats.org/drawingml/2006/main">
              <a:ext uri="{FF2B5EF4-FFF2-40B4-BE49-F238E27FC236}">
                <a16:creationId xmlns:a16="http://schemas.microsoft.com/office/drawing/2014/main" id="{253B8F40-DF0C-406E-A77C-CC68D3F4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904" y="2729805"/>
            <a:ext cx="366117" cy="219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0A85F024-CFCB-4DB5-9E81-56D8E92E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3" y="2388096"/>
            <a:ext cx="0" cy="2074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408">
            <a:solidFill>
              <a:srgbClr val="006DB8"/>
            </a:solidFill>
            <a:prstDash val="solid"/>
          </a:ln>
        </p:spPr>
      </p:sp>
      <p:sp>
        <p:nvSpPr>
          <p:cNvPr id="29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0B45B07F-D46F-40F5-A39B-1C4F779B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147" y="2302669"/>
            <a:ext cx="97631" cy="97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30" name="矢量图形">
            <a:extLst xmlns:a="http://schemas.openxmlformats.org/drawingml/2006/main">
              <a:ext uri="{FF2B5EF4-FFF2-40B4-BE49-F238E27FC236}">
                <a16:creationId xmlns:a16="http://schemas.microsoft.com/office/drawing/2014/main" id="{8966A717-1DD6-485A-9198-F67E2AD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44018"/>
            <a:ext cx="390525" cy="244078"/>
          </a:xfrm>
          <a:custGeom xmlns:a="http://schemas.openxmlformats.org/drawingml/2006/main">
            <a:pathLst>
              <a:path w="390525" h="244078">
                <a:moveTo>
                  <a:pt x="0" y="244078"/>
                </a:moveTo>
                <a:quadBezTo>
                  <a:pt x="195263" y="0"/>
                  <a:pt x="390525" y="244078"/>
                </a:quadBezTo>
              </a:path>
            </a:pathLst>
          </a:custGeom>
          <a:noFill xmlns:a="http://schemas.openxmlformats.org/drawingml/2006/main"/>
          <a:ln xmlns:a="http://schemas.openxmlformats.org/drawingml/2006/main" w="24408">
            <a:solidFill>
              <a:srgbClr val="006DB8"/>
            </a:solidFill>
          </a:ln>
        </p:spPr>
      </p:sp>
      <p:sp>
        <p:nvSpPr>
          <p:cNvPr id="3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AE184A7B-E76E-4F74-B8F0-58FC249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3" y="3388816"/>
            <a:ext cx="0" cy="1952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408">
            <a:solidFill>
              <a:srgbClr val="006DB8"/>
            </a:solidFill>
            <a:prstDash val="solid"/>
          </a:ln>
        </p:spPr>
      </p:sp>
      <p:sp>
        <p:nvSpPr>
          <p:cNvPr id="32" name="地面站矢量天线">
            <a:extLst xmlns:a="http://schemas.openxmlformats.org/drawingml/2006/main">
              <a:ext uri="{FF2B5EF4-FFF2-40B4-BE49-F238E27FC236}">
                <a16:creationId xmlns:a16="http://schemas.microsoft.com/office/drawing/2014/main" id="{F446D410-D127-4076-A597-3971D356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736" y="2383396"/>
            <a:ext cx="1110937" cy="830151"/>
          </a:xfrm>
          <a:custGeom xmlns:a="http://schemas.openxmlformats.org/drawingml/2006/main">
            <a:pathLst>
              <a:path w="1110937" h="830151">
                <a:moveTo>
                  <a:pt x="0" y="0"/>
                </a:moveTo>
                <a:quadBezTo>
                  <a:pt x="0" y="805735"/>
                  <a:pt x="830151" y="830151"/>
                </a:quadBezTo>
                <a:lnTo>
                  <a:pt x="1110937" y="549364"/>
                </a:lnTo>
                <a:close/>
              </a:path>
            </a:pathLst>
          </a:custGeom>
          <a:solidFill xmlns:a="http://schemas.openxmlformats.org/drawingml/2006/main">
            <a:srgbClr val="EFF6FF"/>
          </a:solidFill>
          <a:ln xmlns:a="http://schemas.openxmlformats.org/drawingml/2006/main" w="36624">
            <a:solidFill>
              <a:srgbClr val="006DB8"/>
            </a:solidFill>
          </a:ln>
        </p:spPr>
      </p:sp>
      <p:sp>
        <p:nvSpPr>
          <p:cNvPr id="33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EFDF1E2B-5C54-464B-BF53-C84DDDE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48939" y="2444437"/>
            <a:ext cx="622613" cy="5127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624">
            <a:solidFill>
              <a:srgbClr val="006DB8"/>
            </a:solidFill>
            <a:prstDash val="solid"/>
          </a:ln>
        </p:spPr>
      </p:sp>
      <p:sp>
        <p:nvSpPr>
          <p:cNvPr id="34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A1053956-C73F-46F0-AAA8-5CDE5376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2719" y="2383396"/>
            <a:ext cx="109873" cy="1098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35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E118E3BD-9CEA-4119-BC29-D7F6D6C5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948939" y="3213547"/>
            <a:ext cx="244162" cy="4883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832">
            <a:solidFill>
              <a:srgbClr val="006DB8"/>
            </a:solidFill>
            <a:prstDash val="solid"/>
          </a:ln>
        </p:spPr>
      </p:sp>
      <p:sp>
        <p:nvSpPr>
          <p:cNvPr id="36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42DB0791-9E41-4559-99CF-65D58976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517" y="3225755"/>
            <a:ext cx="280786" cy="4761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832">
            <a:solidFill>
              <a:srgbClr val="006DB8"/>
            </a:solidFill>
            <a:prstDash val="solid"/>
          </a:ln>
        </p:spPr>
      </p:sp>
      <p:sp>
        <p:nvSpPr>
          <p:cNvPr id="37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B67BA9D1-8B8A-4950-88C2-180B777E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985" y="3738495"/>
            <a:ext cx="10743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832">
            <a:solidFill>
              <a:srgbClr val="006DB8"/>
            </a:solidFill>
            <a:prstDash val="solid"/>
          </a:ln>
        </p:spPr>
      </p:sp>
      <p:sp>
        <p:nvSpPr>
          <p:cNvPr id="38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43BDD3CE-83A2-4F8C-A8F6-003E119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387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9B77"/>
            </a:solidFill>
            <a:prstDash val="dash"/>
          </a:ln>
        </p:spPr>
      </p:sp>
      <p:sp>
        <p:nvSpPr>
          <p:cNvPr id="39" name="通信链路">
            <a:extLst xmlns:a="http://schemas.openxmlformats.org/drawingml/2006/main">
              <a:ext uri="{FF2B5EF4-FFF2-40B4-BE49-F238E27FC236}">
                <a16:creationId xmlns:a16="http://schemas.microsoft.com/office/drawing/2014/main" id="{C20E939E-0BF7-482A-9EAA-5F84A044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rPr>
              <a:t>通信链路</a:t>
            </a:r>
            <a:endParaRPr sz="1950" b="1">
              <a:solidFill>
                <a:srgbClr val="99671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0" name="卫星">
            <a:extLst xmlns:a="http://schemas.openxmlformats.org/drawingml/2006/main">
              <a:ext uri="{FF2B5EF4-FFF2-40B4-BE49-F238E27FC236}">
                <a16:creationId xmlns:a16="http://schemas.microsoft.com/office/drawing/2014/main" id="{7216BCD7-3B7D-42A6-A189-5BECA941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576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卫星</a:t>
            </a:r>
            <a:endParaRPr sz="225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1" name="查相关指标和告警">
            <a:extLst xmlns:a="http://schemas.openxmlformats.org/drawingml/2006/main">
              <a:ext uri="{FF2B5EF4-FFF2-40B4-BE49-F238E27FC236}">
                <a16:creationId xmlns:a16="http://schemas.microsoft.com/office/drawing/2014/main" id="{CAC1BC04-1750-4034-A2B0-BD4DF82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100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查相关指标和告警</a:t>
            </a:r>
            <a:endParaRPr sz="1875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2" name="地面站">
            <a:extLst xmlns:a="http://schemas.openxmlformats.org/drawingml/2006/main">
              <a:ext uri="{FF2B5EF4-FFF2-40B4-BE49-F238E27FC236}">
                <a16:creationId xmlns:a16="http://schemas.microsoft.com/office/drawing/2014/main" id="{ED6FDBD6-0B2E-4705-8E22-F9A50470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481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地面站</a:t>
            </a:r>
            <a:endParaRPr sz="225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3" name="查站点状态和告警">
            <a:extLst xmlns:a="http://schemas.openxmlformats.org/drawingml/2006/main">
              <a:ext uri="{FF2B5EF4-FFF2-40B4-BE49-F238E27FC236}">
                <a16:creationId xmlns:a16="http://schemas.microsoft.com/office/drawing/2014/main" id="{6D7A8072-D259-4795-80BD-70332650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005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查站点状态和告警</a:t>
            </a:r>
            <a:endParaRPr sz="1875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4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43E468E6-95BD-48C0-8717-713A6852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9EC"/>
            </a:solidFill>
            <a:prstDash val="solid"/>
          </a:ln>
        </p:spPr>
      </p:sp>
      <p:sp>
        <p:nvSpPr>
          <p:cNvPr id="45" name="排查范围">
            <a:extLst xmlns:a="http://schemas.openxmlformats.org/drawingml/2006/main">
              <a:ext uri="{FF2B5EF4-FFF2-40B4-BE49-F238E27FC236}">
                <a16:creationId xmlns:a16="http://schemas.microsoft.com/office/drawing/2014/main" id="{C4A9A6D8-74DD-4678-9BED-CFA57997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排查范围</a:t>
            </a:r>
            <a:endParaRPr sz="202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6" name="首版只查异常路由上的相关对象">
            <a:extLst xmlns:a="http://schemas.openxmlformats.org/drawingml/2006/main">
              <a:ext uri="{FF2B5EF4-FFF2-40B4-BE49-F238E27FC236}">
                <a16:creationId xmlns:a16="http://schemas.microsoft.com/office/drawing/2014/main" id="{9D5D473B-9515-43FE-9CD3-26712127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86400"/>
            <a:ext cx="895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首版只查异常路由上的相关对象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缺少某一侧的数据，就保留该侧的可能性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7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CC036F3D-4B50-4893-A86F-49E86E2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48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0D131C62-562E-4AF0-9DC5-374BC41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06 / 14">
            <a:extLst xmlns:a="http://schemas.openxmlformats.org/drawingml/2006/main">
              <a:ext uri="{FF2B5EF4-FFF2-40B4-BE49-F238E27FC236}">
                <a16:creationId xmlns:a16="http://schemas.microsoft.com/office/drawing/2014/main" id="{F169EDB0-A546-4C02-B2BC-53D231CE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07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531139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D5D38502-4A55-4926-B2E7-3FFF1494D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282d9eab141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C307F88-D840-4316-A61E-06F9E77D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分析思路：如何区分卫星与地面站</a:t>
            </a:r>
            <a:endParaRPr sz="1100"/>
          </a:p>
        </p:txBody>
      </p:sp>
      <p:sp>
        <p:nvSpPr>
          <p:cNvPr id="16" name="假设示例：比较同一时段、条件相近的已有路由记录">
            <a:extLst xmlns:a="http://schemas.openxmlformats.org/drawingml/2006/main">
              <a:ext uri="{FF2B5EF4-FFF2-40B4-BE49-F238E27FC236}">
                <a16:creationId xmlns:a16="http://schemas.microsoft.com/office/drawing/2014/main" id="{CA90E93F-5435-470B-8F7B-257AAE06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假设示例：先看共同经过哪里，再比较同一时段、条件相近的路由记录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34FE3A8-A400-43BB-B2C8-075281C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8" y="3028950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147">
            <a:solidFill>
              <a:srgbClr val="006DB8"/>
            </a:solidFill>
            <a:prstDash val="solid"/>
          </a:ln>
        </p:spPr>
      </p:sp>
      <p:sp>
        <p:nvSpPr>
          <p:cNvPr id="18" name="卫星矢量太阳翼">
            <a:extLst xmlns:a="http://schemas.openxmlformats.org/drawingml/2006/main">
              <a:ext uri="{FF2B5EF4-FFF2-40B4-BE49-F238E27FC236}">
                <a16:creationId xmlns:a16="http://schemas.microsoft.com/office/drawing/2014/main" id="{B832ABA4-437C-45E0-A70F-F52BC8F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771775"/>
            <a:ext cx="546497" cy="525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21431">
            <a:solidFill>
              <a:srgbClr val="006DB8"/>
            </a:solidFill>
          </a:ln>
        </p:spPr>
      </p:sp>
      <p:sp>
        <p:nvSpPr>
          <p:cNvPr id="19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FA809374-1AC3-4D2B-9621-D13EA881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191" y="2771775"/>
            <a:ext cx="0" cy="5250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16">
            <a:solidFill>
              <a:srgbClr val="006DB8"/>
            </a:solidFill>
            <a:prstDash val="solid"/>
          </a:ln>
        </p:spPr>
      </p:sp>
      <p:sp>
        <p:nvSpPr>
          <p:cNvPr id="20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59C07173-D812-4B85-A466-1A82331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356" y="2771775"/>
            <a:ext cx="0" cy="5250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16">
            <a:solidFill>
              <a:srgbClr val="006DB8"/>
            </a:solidFill>
            <a:prstDash val="solid"/>
          </a:ln>
        </p:spPr>
      </p:sp>
      <p:sp>
        <p:nvSpPr>
          <p:cNvPr id="2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CC6661C4-3195-45C1-A18D-129159B8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34308"/>
            <a:ext cx="5464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16">
            <a:solidFill>
              <a:srgbClr val="006DB8"/>
            </a:solidFill>
            <a:prstDash val="solid"/>
          </a:ln>
        </p:spPr>
      </p:sp>
      <p:sp>
        <p:nvSpPr>
          <p:cNvPr id="22" name="卫星矢量太阳翼">
            <a:extLst xmlns:a="http://schemas.openxmlformats.org/drawingml/2006/main">
              <a:ext uri="{FF2B5EF4-FFF2-40B4-BE49-F238E27FC236}">
                <a16:creationId xmlns:a16="http://schemas.microsoft.com/office/drawing/2014/main" id="{15B5F8E3-31B6-409B-9906-7B84EBFA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028" y="2771775"/>
            <a:ext cx="546497" cy="5250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21431">
            <a:solidFill>
              <a:srgbClr val="006DB8"/>
            </a:solidFill>
          </a:ln>
        </p:spPr>
      </p:sp>
      <p:sp>
        <p:nvSpPr>
          <p:cNvPr id="23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0B0943F3-E8F7-417B-ACCA-F66BD1E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194" y="2771775"/>
            <a:ext cx="0" cy="5250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16">
            <a:solidFill>
              <a:srgbClr val="006DB8"/>
            </a:solidFill>
            <a:prstDash val="solid"/>
          </a:ln>
        </p:spPr>
      </p:sp>
      <p:sp>
        <p:nvSpPr>
          <p:cNvPr id="24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2BAD0E12-7B76-4F94-9380-B47610C4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359" y="2771775"/>
            <a:ext cx="0" cy="5250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16">
            <a:solidFill>
              <a:srgbClr val="006DB8"/>
            </a:solidFill>
            <a:prstDash val="solid"/>
          </a:ln>
        </p:spPr>
      </p:sp>
      <p:sp>
        <p:nvSpPr>
          <p:cNvPr id="25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FDF7704B-4EEA-4694-A33C-FA2C6D07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028" y="3034308"/>
            <a:ext cx="5464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16">
            <a:solidFill>
              <a:srgbClr val="006DB8"/>
            </a:solidFill>
            <a:prstDash val="solid"/>
          </a:ln>
        </p:spPr>
      </p:sp>
      <p:sp>
        <p:nvSpPr>
          <p:cNvPr id="26" name="卫星矢量主体">
            <a:extLst xmlns:a="http://schemas.openxmlformats.org/drawingml/2006/main">
              <a:ext uri="{FF2B5EF4-FFF2-40B4-BE49-F238E27FC236}">
                <a16:creationId xmlns:a16="http://schemas.microsoft.com/office/drawing/2014/main" id="{F2342B3A-A5C5-4521-9E08-35F11895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47" y="2686050"/>
            <a:ext cx="450056" cy="696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B77"/>
          </a:solidFill>
          <a:ln xmlns:a="http://schemas.openxmlformats.org/drawingml/2006/main" w="25717">
            <a:solidFill>
              <a:srgbClr val="006DB8"/>
            </a:solidFill>
          </a:ln>
        </p:spPr>
      </p:sp>
      <p:sp>
        <p:nvSpPr>
          <p:cNvPr id="27" name="卫星矢量载荷">
            <a:extLst xmlns:a="http://schemas.openxmlformats.org/drawingml/2006/main">
              <a:ext uri="{FF2B5EF4-FFF2-40B4-BE49-F238E27FC236}">
                <a16:creationId xmlns:a16="http://schemas.microsoft.com/office/drawing/2014/main" id="{BFB3EB9D-224F-4E87-A304-E6255DDD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541" y="2803922"/>
            <a:ext cx="321469" cy="192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9BF215B9-167E-4689-BD5B-36343299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03884"/>
            <a:ext cx="0" cy="182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006DB8"/>
            </a:solidFill>
            <a:prstDash val="solid"/>
          </a:ln>
        </p:spPr>
      </p:sp>
      <p:sp>
        <p:nvSpPr>
          <p:cNvPr id="29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C614DAE4-46F5-4E4A-8FEA-047DA652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2428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30" name="矢量图形">
            <a:extLst xmlns:a="http://schemas.openxmlformats.org/drawingml/2006/main">
              <a:ext uri="{FF2B5EF4-FFF2-40B4-BE49-F238E27FC236}">
                <a16:creationId xmlns:a16="http://schemas.microsoft.com/office/drawing/2014/main" id="{C624858B-1FDA-4899-A8D5-49E8A6B8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289572"/>
            <a:ext cx="342900" cy="214313"/>
          </a:xfrm>
          <a:custGeom xmlns:a="http://schemas.openxmlformats.org/drawingml/2006/main">
            <a:pathLst>
              <a:path w="342900" h="214313">
                <a:moveTo>
                  <a:pt x="0" y="214313"/>
                </a:moveTo>
                <a:quadBezTo>
                  <a:pt x="171450" y="0"/>
                  <a:pt x="342900" y="214313"/>
                </a:quadBez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06DB8"/>
            </a:solidFill>
          </a:ln>
        </p:spPr>
      </p:sp>
      <p:sp>
        <p:nvSpPr>
          <p:cNvPr id="3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561927A5-3605-4975-8A51-4F48F3BA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382566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006DB8"/>
            </a:solidFill>
            <a:prstDash val="solid"/>
          </a:ln>
        </p:spPr>
      </p:sp>
      <p:sp>
        <p:nvSpPr>
          <p:cNvPr id="32" name="共同经过 SAT-20">
            <a:extLst xmlns:a="http://schemas.openxmlformats.org/drawingml/2006/main">
              <a:ext uri="{FF2B5EF4-FFF2-40B4-BE49-F238E27FC236}">
                <a16:creationId xmlns:a16="http://schemas.microsoft.com/office/drawing/2014/main" id="{243AEA8F-5CD9-4008-B9FC-9980E69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99671D"/>
                </a:solidFill>
                <a:latin typeface="Noto Sans SC"/>
                <a:ea typeface="Noto Sans SC"/>
                <a:cs typeface="Noto Sans SC"/>
              </a:rPr>
              <a:t>共同经过 SAT-20</a:t>
            </a:r>
            <a:endParaRPr sz="2025" b="1">
              <a:solidFill>
                <a:srgbClr val="99671D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33" name="执行方向">
            <a:extLst xmlns:a="http://schemas.openxmlformats.org/drawingml/2006/main">
              <a:ext uri="{FF2B5EF4-FFF2-40B4-BE49-F238E27FC236}">
                <a16:creationId xmlns:a16="http://schemas.microsoft.com/office/drawing/2014/main" id="{9894BAB8-7953-49CA-8531-80C3564CE028}"/>
              </a:ext>
            </a:extLst>
          </p:cNvPr>
          <p:cNvCxnSpPr/>
          <p:nvPr/>
        </p:nvCxnSpPr>
        <p:spPr>
          <a:xfrm xmlns:a="http://schemas.openxmlformats.org/drawingml/2006/main" flipV="1">
            <a:off x="3257550" y="2466975"/>
            <a:ext cx="12954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9B77"/>
            </a:solidFill>
            <a:tailEnd type="triangle" w="med" len="med"/>
          </a:ln>
        </p:spPr>
      </p:cxnSp>
      <p:cxnSp>
        <p:nvCxnSpPr>
          <p:cNvPr id="34" name="执行方向">
            <a:extLst xmlns:a="http://schemas.openxmlformats.org/drawingml/2006/main">
              <a:ext uri="{FF2B5EF4-FFF2-40B4-BE49-F238E27FC236}">
                <a16:creationId xmlns:a16="http://schemas.microsoft.com/office/drawing/2014/main" id="{B43C73E9-CEFB-4A5A-A963-3DACEED4B9A8}"/>
              </a:ext>
            </a:extLst>
          </p:cNvPr>
          <p:cNvCxnSpPr/>
          <p:nvPr/>
        </p:nvCxnSpPr>
        <p:spPr>
          <a:xfrm xmlns:a="http://schemas.openxmlformats.org/drawingml/2006/main">
            <a:off x="3257550" y="3114675"/>
            <a:ext cx="12954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9B77"/>
            </a:solidFill>
            <a:tailEnd type="triangle" w="med" len="med"/>
          </a:ln>
        </p:spPr>
      </p:cxnSp>
      <p:sp>
        <p:nvSpPr>
          <p:cNvPr id="35" name="地面站矢量天线">
            <a:extLst xmlns:a="http://schemas.openxmlformats.org/drawingml/2006/main">
              <a:ext uri="{FF2B5EF4-FFF2-40B4-BE49-F238E27FC236}">
                <a16:creationId xmlns:a16="http://schemas.microsoft.com/office/drawing/2014/main" id="{74AD64AF-F15C-4492-A6D0-6367EBAB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611" y="2066724"/>
            <a:ext cx="518844" cy="387708"/>
          </a:xfrm>
          <a:custGeom xmlns:a="http://schemas.openxmlformats.org/drawingml/2006/main">
            <a:pathLst>
              <a:path w="518844" h="387708">
                <a:moveTo>
                  <a:pt x="0" y="0"/>
                </a:moveTo>
                <a:quadBezTo>
                  <a:pt x="0" y="376305"/>
                  <a:pt x="387708" y="387708"/>
                </a:quadBezTo>
                <a:lnTo>
                  <a:pt x="518844" y="256571"/>
                </a:lnTo>
                <a:close/>
              </a:path>
            </a:pathLst>
          </a:custGeom>
          <a:solidFill xmlns:a="http://schemas.openxmlformats.org/drawingml/2006/main">
            <a:srgbClr val="EFF6FF"/>
          </a:solidFill>
          <a:ln xmlns:a="http://schemas.openxmlformats.org/drawingml/2006/main" w="17105">
            <a:solidFill>
              <a:srgbClr val="006DB8"/>
            </a:solidFill>
          </a:ln>
        </p:spPr>
      </p:sp>
      <p:sp>
        <p:nvSpPr>
          <p:cNvPr id="36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2A6005F4-552E-44F1-A0F1-91FF6B88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36151" y="2095232"/>
            <a:ext cx="290781" cy="239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05">
            <a:solidFill>
              <a:srgbClr val="006DB8"/>
            </a:solidFill>
            <a:prstDash val="solid"/>
          </a:ln>
        </p:spPr>
      </p:sp>
      <p:sp>
        <p:nvSpPr>
          <p:cNvPr id="37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A13F8512-0392-45E2-87D6-81E68A9B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126" y="2066724"/>
            <a:ext cx="51314" cy="51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38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2A9A0267-9F46-480A-AA93-AB44CC62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36151" y="2454432"/>
            <a:ext cx="114032" cy="228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06">
            <a:solidFill>
              <a:srgbClr val="006DB8"/>
            </a:solidFill>
            <a:prstDash val="solid"/>
          </a:ln>
        </p:spPr>
      </p:sp>
      <p:sp>
        <p:nvSpPr>
          <p:cNvPr id="39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AD30C6D9-2814-4C6C-A1ED-EE7C9D8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586" y="2460133"/>
            <a:ext cx="131136" cy="2223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06">
            <a:solidFill>
              <a:srgbClr val="006DB8"/>
            </a:solidFill>
            <a:prstDash val="solid"/>
          </a:ln>
        </p:spPr>
      </p:sp>
      <p:sp>
        <p:nvSpPr>
          <p:cNvPr id="40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EA1075E-9A8D-4257-A320-2EDD0BEF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821" y="2699600"/>
            <a:ext cx="5017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06">
            <a:solidFill>
              <a:srgbClr val="006DB8"/>
            </a:solidFill>
            <a:prstDash val="solid"/>
          </a:ln>
        </p:spPr>
      </p:sp>
      <p:sp>
        <p:nvSpPr>
          <p:cNvPr id="41" name="地面站矢量天线">
            <a:extLst xmlns:a="http://schemas.openxmlformats.org/drawingml/2006/main">
              <a:ext uri="{FF2B5EF4-FFF2-40B4-BE49-F238E27FC236}">
                <a16:creationId xmlns:a16="http://schemas.microsoft.com/office/drawing/2014/main" id="{585D6413-95A8-4C8A-9088-E9F096E8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611" y="3495474"/>
            <a:ext cx="518844" cy="387708"/>
          </a:xfrm>
          <a:custGeom xmlns:a="http://schemas.openxmlformats.org/drawingml/2006/main">
            <a:pathLst>
              <a:path w="518844" h="387708">
                <a:moveTo>
                  <a:pt x="0" y="0"/>
                </a:moveTo>
                <a:quadBezTo>
                  <a:pt x="0" y="376305"/>
                  <a:pt x="387708" y="387708"/>
                </a:quadBezTo>
                <a:lnTo>
                  <a:pt x="518844" y="256571"/>
                </a:lnTo>
                <a:close/>
              </a:path>
            </a:pathLst>
          </a:custGeom>
          <a:solidFill xmlns:a="http://schemas.openxmlformats.org/drawingml/2006/main">
            <a:srgbClr val="EFF6FF"/>
          </a:solidFill>
          <a:ln xmlns:a="http://schemas.openxmlformats.org/drawingml/2006/main" w="17105">
            <a:solidFill>
              <a:srgbClr val="006DB8"/>
            </a:solidFill>
          </a:ln>
        </p:spPr>
      </p:sp>
      <p:sp>
        <p:nvSpPr>
          <p:cNvPr id="42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2E9A80D-5C74-4236-853F-8E736E5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36151" y="3523982"/>
            <a:ext cx="290781" cy="239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05">
            <a:solidFill>
              <a:srgbClr val="006DB8"/>
            </a:solidFill>
            <a:prstDash val="solid"/>
          </a:ln>
        </p:spPr>
      </p:sp>
      <p:sp>
        <p:nvSpPr>
          <p:cNvPr id="43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09C2A454-751B-4918-B5EE-6C6B725B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126" y="3495474"/>
            <a:ext cx="51314" cy="51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44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63042A9-1FEE-47C7-87F6-9433E714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36151" y="3883182"/>
            <a:ext cx="114032" cy="228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06">
            <a:solidFill>
              <a:srgbClr val="006DB8"/>
            </a:solidFill>
            <a:prstDash val="solid"/>
          </a:ln>
        </p:spPr>
      </p:sp>
      <p:sp>
        <p:nvSpPr>
          <p:cNvPr id="45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BC6D02A2-371F-4160-BEA3-6CBA2EB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586" y="3888883"/>
            <a:ext cx="131136" cy="2223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06">
            <a:solidFill>
              <a:srgbClr val="006DB8"/>
            </a:solidFill>
            <a:prstDash val="solid"/>
          </a:ln>
        </p:spPr>
      </p:sp>
      <p:sp>
        <p:nvSpPr>
          <p:cNvPr id="46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0E67F153-01F6-4614-82D4-7E77ACB4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821" y="4128350"/>
            <a:ext cx="5017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06">
            <a:solidFill>
              <a:srgbClr val="006DB8"/>
            </a:solidFill>
            <a:prstDash val="solid"/>
          </a:ln>
        </p:spPr>
      </p:sp>
      <p:sp>
        <p:nvSpPr>
          <p:cNvPr id="47" name="GS-01">
            <a:extLst xmlns:a="http://schemas.openxmlformats.org/drawingml/2006/main">
              <a:ext uri="{FF2B5EF4-FFF2-40B4-BE49-F238E27FC236}">
                <a16:creationId xmlns:a16="http://schemas.microsoft.com/office/drawing/2014/main" id="{E3533DDB-296E-4896-9944-F6ADEC4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GS-01</a:t>
            </a:r>
            <a:endParaRPr sz="165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8" name="GS-02">
            <a:extLst xmlns:a="http://schemas.openxmlformats.org/drawingml/2006/main">
              <a:ext uri="{FF2B5EF4-FFF2-40B4-BE49-F238E27FC236}">
                <a16:creationId xmlns:a16="http://schemas.microsoft.com/office/drawing/2014/main" id="{4B97F8B6-4957-441B-8E66-871CE93E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GS-02</a:t>
            </a:r>
            <a:endParaRPr sz="165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多条异常路由共同经过这里">
            <a:extLst xmlns:a="http://schemas.openxmlformats.org/drawingml/2006/main">
              <a:ext uri="{FF2B5EF4-FFF2-40B4-BE49-F238E27FC236}">
                <a16:creationId xmlns:a16="http://schemas.microsoft.com/office/drawing/2014/main" id="{5EA49EB1-64E0-489D-AECC-6D600BD8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多条异常路由共同经过这里</a:t>
            </a:r>
            <a:endParaRPr sz="18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先把它列入候选</a:t>
            </a:r>
            <a:endParaRPr sz="18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50" name="表格 49">
            <a:extLst xmlns:a="http://schemas.openxmlformats.org/drawingml/2006/main">
              <a:ext uri="{FF2B5EF4-FFF2-40B4-BE49-F238E27FC236}">
                <a16:creationId xmlns:a16="http://schemas.microsoft.com/office/drawing/2014/main" id="{F1841818-B0C9-4179-A338-17E32DBD47BA}"/>
              </a:ext>
            </a:extLst>
          </p:cNvPr>
          <p:cNvGraphicFramePr/>
          <p:nvPr/>
        </p:nvGraphicFramePr>
        <p:xfrm>
          <a:off xmlns:a="http://schemas.openxmlformats.org/drawingml/2006/main" x="5924550" y="2114550"/>
          <a:ext xmlns:a="http://schemas.openxmlformats.org/drawingml/2006/main" cx="5657850" cy="24384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33600"/>
                <a:gridCol w="1762125"/>
                <a:gridCol w="1762125"/>
              </a:tblGrid>
              <a:tr h="8128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经过的卫星</a:t>
                      </a:r>
                      <a:endParaRPr sz="18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GS-01</a:t>
                      </a:r>
                      <a:endParaRPr sz="18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GS-02</a:t>
                      </a:r>
                      <a:endParaRPr sz="18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8128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SAT-20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下降 9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下降 8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8128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SAT-21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下降 0.5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下降 0.4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单位：可用度下降的百分点">
            <a:extLst xmlns:a="http://schemas.openxmlformats.org/drawingml/2006/main">
              <a:ext uri="{FF2B5EF4-FFF2-40B4-BE49-F238E27FC236}">
                <a16:creationId xmlns:a16="http://schemas.microsoft.com/office/drawing/2014/main" id="{73C436DB-F433-47AE-AE99-434D09A4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0535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单位：可用度下降的百分点</a:t>
            </a:r>
            <a:endParaRPr sz="1500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2" name="经过 SAT-20、连接不同站都变差">
            <a:extLst xmlns:a="http://schemas.openxmlformats.org/drawingml/2006/main">
              <a:ext uri="{FF2B5EF4-FFF2-40B4-BE49-F238E27FC236}">
                <a16:creationId xmlns:a16="http://schemas.microsoft.com/office/drawing/2014/main" id="{206D696A-AEA8-4D78-90D8-73BF52C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19700"/>
            <a:ext cx="565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经过 SAT-20、连接不同站都变差</a:t>
            </a:r>
            <a:endParaRPr sz="180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同一地面站上，经 SAT-21 的路由基本正常</a:t>
            </a:r>
            <a:endParaRPr sz="180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3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5398B526-5387-4A6D-9D28-B8881420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54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5F6F6EED-19F0-4A74-B937-59BA556B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5" name="08 / 14">
            <a:extLst xmlns:a="http://schemas.openxmlformats.org/drawingml/2006/main">
              <a:ext uri="{FF2B5EF4-FFF2-40B4-BE49-F238E27FC236}">
                <a16:creationId xmlns:a16="http://schemas.microsoft.com/office/drawing/2014/main" id="{722DDB09-DAA8-413F-B40B-902981BC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08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8723678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直接箭头连接符 29">
            <a:extLst xmlns:a="http://schemas.openxmlformats.org/drawingml/2006/main">
              <a:ext uri="{FF2B5EF4-FFF2-40B4-BE49-F238E27FC236}">
                <a16:creationId xmlns:a16="http://schemas.microsoft.com/office/drawing/2014/main" id="{49CE1B35-D4F5-4B7F-B255-00360F4B7672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69645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9" name="直接箭头连接符 28">
            <a:extLst xmlns:a="http://schemas.openxmlformats.org/drawingml/2006/main">
              <a:ext uri="{FF2B5EF4-FFF2-40B4-BE49-F238E27FC236}">
                <a16:creationId xmlns:a16="http://schemas.microsoft.com/office/drawing/2014/main" id="{6B37B50C-FBE0-46A0-88A1-ED60287A6E73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2955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8" name="直接箭头连接符 27">
            <a:extLst xmlns:a="http://schemas.openxmlformats.org/drawingml/2006/main">
              <a:ext uri="{FF2B5EF4-FFF2-40B4-BE49-F238E27FC236}">
                <a16:creationId xmlns:a16="http://schemas.microsoft.com/office/drawing/2014/main" id="{3D11517A-F65F-4873-A521-B0BAABC224DB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96265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7" name="直接箭头连接符 26">
            <a:extLst xmlns:a="http://schemas.openxmlformats.org/drawingml/2006/main">
              <a:ext uri="{FF2B5EF4-FFF2-40B4-BE49-F238E27FC236}">
                <a16:creationId xmlns:a16="http://schemas.microsoft.com/office/drawing/2014/main" id="{31C20B34-CF56-499F-B1DB-09C3F2CCB2E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09575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cxnSp>
        <p:nvCxnSpPr>
          <p:cNvPr id="26" name="直接箭头连接符 25">
            <a:extLst xmlns:a="http://schemas.openxmlformats.org/drawingml/2006/main">
              <a:ext uri="{FF2B5EF4-FFF2-40B4-BE49-F238E27FC236}">
                <a16:creationId xmlns:a16="http://schemas.microsoft.com/office/drawing/2014/main" id="{B57693C3-10C9-40F9-8EA2-F70678E6B865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228850" y="2686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6DB8"/>
            </a:solidFill>
            <a:prstDash val="solid"/>
            <a:tailEnd type="triangle" w="sm" len="sm"/>
          </a:ln>
        </p:spPr>
      </p:cxnSp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2B7F1DDC-F1B2-4F58-BA20-4069FDF61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856bef80146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BA2BC3A-D005-452D-92E4-51F773AF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一次排查的处理过程</a:t>
            </a:r>
            <a:endParaRPr sz="1100"/>
          </a:p>
        </p:txBody>
      </p:sp>
      <p:sp>
        <p:nvSpPr>
          <p:cNvPr id="16" name="先生成任务骨架，执行中用候选对象填充后续查询参数">
            <a:extLst xmlns:a="http://schemas.openxmlformats.org/drawingml/2006/main">
              <a:ext uri="{FF2B5EF4-FFF2-40B4-BE49-F238E27FC236}">
                <a16:creationId xmlns:a16="http://schemas.microsoft.com/office/drawing/2014/main" id="{73569762-D61C-4D47-9334-24376FB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拟实现：先确定异常和候选，再补查证据、比较数据并给出排查建议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8F9CEF73-62E6-498F-AA42-1A172A0F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</a:ln>
        </p:spPr>
      </p:sp>
      <p:sp>
        <p:nvSpPr>
          <p:cNvPr id="18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787FCC42-3F26-4E88-8F29-94C2925B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06 / 15">
            <a:extLst xmlns:a="http://schemas.openxmlformats.org/drawingml/2006/main">
              <a:ext uri="{FF2B5EF4-FFF2-40B4-BE49-F238E27FC236}">
                <a16:creationId xmlns:a16="http://schemas.microsoft.com/office/drawing/2014/main" id="{C9DF55A2-B1A5-4108-9846-CFE4CE4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09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1 找异常">
            <a:extLst xmlns:a="http://schemas.openxmlformats.org/drawingml/2006/main">
              <a:ext uri="{FF2B5EF4-FFF2-40B4-BE49-F238E27FC236}">
                <a16:creationId xmlns:a16="http://schemas.microsoft.com/office/drawing/2014/main" id="{8CE2FE2C-FF13-47EE-BE86-CAC7716C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找异常</a:t>
            </a:r>
            <a:endParaRPr sz="17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哪些卫星下降</a:t>
            </a:r>
            <a:endParaRPr sz="17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2 找候选">
            <a:extLst xmlns:a="http://schemas.openxmlformats.org/drawingml/2006/main">
              <a:ext uri="{FF2B5EF4-FFF2-40B4-BE49-F238E27FC236}">
                <a16:creationId xmlns:a16="http://schemas.microsoft.com/office/drawing/2014/main" id="{EB70556E-27BA-4ED4-9294-3ACECFB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找候选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共同经过哪里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3 查证据">
            <a:extLst xmlns:a="http://schemas.openxmlformats.org/drawingml/2006/main">
              <a:ext uri="{FF2B5EF4-FFF2-40B4-BE49-F238E27FC236}">
                <a16:creationId xmlns:a16="http://schemas.microsoft.com/office/drawing/2014/main" id="{048D9F80-94E4-4F17-949E-765EB86C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查证据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指标与告警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4 做比较">
            <a:extLst xmlns:a="http://schemas.openxmlformats.org/drawingml/2006/main">
              <a:ext uri="{FF2B5EF4-FFF2-40B4-BE49-F238E27FC236}">
                <a16:creationId xmlns:a16="http://schemas.microsoft.com/office/drawing/2014/main" id="{8646BC69-FD6A-4C10-8DF5-0EA64D73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做比较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谁更值得先查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5 作判断">
            <a:extLst xmlns:a="http://schemas.openxmlformats.org/drawingml/2006/main">
              <a:ext uri="{FF2B5EF4-FFF2-40B4-BE49-F238E27FC236}">
                <a16:creationId xmlns:a16="http://schemas.microsoft.com/office/drawing/2014/main" id="{F0A6E224-D198-4E89-B020-1EB787C2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作判断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依据是否充分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6 出报告">
            <a:extLst xmlns:a="http://schemas.openxmlformats.org/drawingml/2006/main">
              <a:ext uri="{FF2B5EF4-FFF2-40B4-BE49-F238E27FC236}">
                <a16:creationId xmlns:a16="http://schemas.microsoft.com/office/drawing/2014/main" id="{51EC9BA6-8427-4076-9412-C1DEE75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4288">
            <a:solidFill>
              <a:srgbClr val="15803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出报告</a:t>
            </a:r>
            <a:endParaRPr sz="1725" b="1">
              <a:solidFill>
                <a:srgbClr val="15803D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建议与待查项</a:t>
            </a:r>
            <a:endParaRPr sz="1725" b="1">
              <a:solidFill>
                <a:srgbClr val="15803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规划阶段">
            <a:extLst xmlns:a="http://schemas.openxmlformats.org/drawingml/2006/main">
              <a:ext uri="{FF2B5EF4-FFF2-40B4-BE49-F238E27FC236}">
                <a16:creationId xmlns:a16="http://schemas.microsoft.com/office/drawing/2014/main" id="{907BA786-0CC1-4F09-B4F9-5D71C53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流程准备</a:t>
            </a:r>
            <a:endParaRPr sz="202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目标与本体规则确定任务顺序。">
            <a:extLst xmlns:a="http://schemas.openxmlformats.org/drawingml/2006/main">
              <a:ext uri="{FF2B5EF4-FFF2-40B4-BE49-F238E27FC236}">
                <a16:creationId xmlns:a16="http://schemas.microsoft.com/office/drawing/2014/main" id="{330C826D-52E2-47A6-AD52-29A1E51A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914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AI / 规则确定排查步骤。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本体检查关系，系统匹配可用能力。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执行阶段">
            <a:extLst xmlns:a="http://schemas.openxmlformats.org/drawingml/2006/main">
              <a:ext uri="{FF2B5EF4-FFF2-40B4-BE49-F238E27FC236}">
                <a16:creationId xmlns:a16="http://schemas.microsoft.com/office/drawing/2014/main" id="{957DD799-C6F6-43C6-9120-5A5A8694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补查哪些证据</a:t>
            </a:r>
            <a:endParaRPr sz="202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任务 2 返回 SAT-20 等候选。">
            <a:extLst xmlns:a="http://schemas.openxmlformats.org/drawingml/2006/main">
              <a:ext uri="{FF2B5EF4-FFF2-40B4-BE49-F238E27FC236}">
                <a16:creationId xmlns:a16="http://schemas.microsoft.com/office/drawing/2014/main" id="{6332E063-D60C-4DEF-B9DC-8F0A5083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5200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指标：候选何时变差、下降多少。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对照：相关与正常路由的指标变化。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记录：告警、变更和恢复的时间。</a:t>
            </a:r>
            <a:endParaRPr sz="180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5" name="任务流程保持固定，分析对象和查询参数随数据变化">
            <a:extLst xmlns:a="http://schemas.openxmlformats.org/drawingml/2006/main">
              <a:ext uri="{FF2B5EF4-FFF2-40B4-BE49-F238E27FC236}">
                <a16:creationId xmlns:a16="http://schemas.microsoft.com/office/drawing/2014/main" id="{4D6EA8FD-40B9-4BE8-A6CC-C81F2391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各环节按顺序衔接，候选对象和查询条件随数据变化</a:t>
            </a:r>
            <a:endParaRPr sz="165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8857802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肘形连接符 33">
            <a:extLst xmlns:a="http://schemas.openxmlformats.org/drawingml/2006/main">
              <a:ext uri="{FF2B5EF4-FFF2-40B4-BE49-F238E27FC236}">
                <a16:creationId xmlns:a16="http://schemas.microsoft.com/office/drawing/2014/main" id="{9B2A61F3-E122-4F4E-BF44-E6BC477DD3BB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334125" y="3843338"/>
            <a:ext cx="1514475" cy="966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3" name="肘形连接符 32">
            <a:extLst xmlns:a="http://schemas.openxmlformats.org/drawingml/2006/main">
              <a:ext uri="{FF2B5EF4-FFF2-40B4-BE49-F238E27FC236}">
                <a16:creationId xmlns:a16="http://schemas.microsoft.com/office/drawing/2014/main" id="{BD7A6599-1E19-4D35-B97A-8AC2F975F6D0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6334125" y="2943225"/>
            <a:ext cx="1514475" cy="900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0" name="肘形连接符 29">
            <a:extLst xmlns:a="http://schemas.openxmlformats.org/drawingml/2006/main">
              <a:ext uri="{FF2B5EF4-FFF2-40B4-BE49-F238E27FC236}">
                <a16:creationId xmlns:a16="http://schemas.microsoft.com/office/drawing/2014/main" id="{7AEBA4BF-BD24-44E6-89AD-F99A82F279B2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2371725" y="3843338"/>
            <a:ext cx="1638300" cy="1423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9" name="肘形连接符 28">
            <a:extLst xmlns:a="http://schemas.openxmlformats.org/drawingml/2006/main">
              <a:ext uri="{FF2B5EF4-FFF2-40B4-BE49-F238E27FC236}">
                <a16:creationId xmlns:a16="http://schemas.microsoft.com/office/drawing/2014/main" id="{D2B336D1-9C14-440C-B3CB-9DB1A616489D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2371725" y="3843338"/>
            <a:ext cx="1638300" cy="690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8" name="肘形连接符 27">
            <a:extLst xmlns:a="http://schemas.openxmlformats.org/drawingml/2006/main">
              <a:ext uri="{FF2B5EF4-FFF2-40B4-BE49-F238E27FC236}">
                <a16:creationId xmlns:a16="http://schemas.microsoft.com/office/drawing/2014/main" id="{ED072295-F214-4589-B13E-E5CF8DA616BD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371725" y="3800475"/>
            <a:ext cx="1638300" cy="42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7" name="肘形连接符 26">
            <a:extLst xmlns:a="http://schemas.openxmlformats.org/drawingml/2006/main">
              <a:ext uri="{FF2B5EF4-FFF2-40B4-BE49-F238E27FC236}">
                <a16:creationId xmlns:a16="http://schemas.microsoft.com/office/drawing/2014/main" id="{564A09BB-8FF2-4950-9578-CEAE70131F84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371725" y="3067050"/>
            <a:ext cx="1638300" cy="776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6" name="肘形连接符 25">
            <a:extLst xmlns:a="http://schemas.openxmlformats.org/drawingml/2006/main">
              <a:ext uri="{FF2B5EF4-FFF2-40B4-BE49-F238E27FC236}">
                <a16:creationId xmlns:a16="http://schemas.microsoft.com/office/drawing/2014/main" id="{022EADE1-0A9E-46EF-8C43-D28B4EA44E7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371725" y="2333625"/>
            <a:ext cx="1638300" cy="1509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748B"/>
            </a:solidFill>
            <a:prstDash val="solid"/>
            <a:tailEnd type="triangle" w="sm" len="sm"/>
          </a:ln>
        </p:spPr>
      </p:cxnSp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0E90D6FE-368E-4CF2-AE3C-201C4DBEE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33393136245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CAF52B6-A967-4EFC-8FCE-4CB96F9D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发现异常与共同经过的对象</a:t>
            </a:r>
            <a:endParaRPr sz="1100"/>
          </a:p>
        </p:txBody>
      </p:sp>
      <p:sp>
        <p:nvSpPr>
          <p:cNvPr id="16" name="共同路径提供排查入口，候选对象需要后续数据核查">
            <a:extLst xmlns:a="http://schemas.openxmlformats.org/drawingml/2006/main">
              <a:ext uri="{FF2B5EF4-FFF2-40B4-BE49-F238E27FC236}">
                <a16:creationId xmlns:a16="http://schemas.microsoft.com/office/drawing/2014/main" id="{CB5BDAB2-8E49-4D88-9A73-721A943D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假设示例：查询异常时刻的实际路由，把共同经过的对象列为候选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792B599C-FE03-4313-B487-2E5993E8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</a:ln>
        </p:spPr>
      </p:sp>
      <p:sp>
        <p:nvSpPr>
          <p:cNvPr id="18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F0347B44-DCE5-44BD-AE39-650B3D54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09 / 15">
            <a:extLst xmlns:a="http://schemas.openxmlformats.org/drawingml/2006/main">
              <a:ext uri="{FF2B5EF4-FFF2-40B4-BE49-F238E27FC236}">
                <a16:creationId xmlns:a16="http://schemas.microsoft.com/office/drawing/2014/main" id="{5C3E71A1-C892-4E77-AE70-87AD08BE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10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SAT-03">
            <a:extLst xmlns:a="http://schemas.openxmlformats.org/drawingml/2006/main">
              <a:ext uri="{FF2B5EF4-FFF2-40B4-BE49-F238E27FC236}">
                <a16:creationId xmlns:a16="http://schemas.microsoft.com/office/drawing/2014/main" id="{4FE9E03C-BA51-4679-9EE7-FDD48EC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666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FCA5A5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SAT-03</a:t>
            </a:r>
            <a:endParaRPr sz="1650" b="1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SAT-07">
            <a:extLst xmlns:a="http://schemas.openxmlformats.org/drawingml/2006/main">
              <a:ext uri="{FF2B5EF4-FFF2-40B4-BE49-F238E27FC236}">
                <a16:creationId xmlns:a16="http://schemas.microsoft.com/office/drawing/2014/main" id="{D8CBB21C-0225-46FF-957A-F5DF352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1666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FCA5A5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SAT-07</a:t>
            </a:r>
            <a:endParaRPr sz="1650" b="1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SAT-10">
            <a:extLst xmlns:a="http://schemas.openxmlformats.org/drawingml/2006/main">
              <a:ext uri="{FF2B5EF4-FFF2-40B4-BE49-F238E27FC236}">
                <a16:creationId xmlns:a16="http://schemas.microsoft.com/office/drawing/2014/main" id="{43835F56-69EC-4A71-BE74-3EB7B224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66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FCA5A5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SAT-10</a:t>
            </a:r>
            <a:endParaRPr sz="1650" b="1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SAT-12">
            <a:extLst xmlns:a="http://schemas.openxmlformats.org/drawingml/2006/main">
              <a:ext uri="{FF2B5EF4-FFF2-40B4-BE49-F238E27FC236}">
                <a16:creationId xmlns:a16="http://schemas.microsoft.com/office/drawing/2014/main" id="{6BEDA8EE-AB7D-4922-8497-8C7C976C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1666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FCA5A5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SAT-12</a:t>
            </a:r>
            <a:endParaRPr sz="1650" b="1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SAT-16">
            <a:extLst xmlns:a="http://schemas.openxmlformats.org/drawingml/2006/main">
              <a:ext uri="{FF2B5EF4-FFF2-40B4-BE49-F238E27FC236}">
                <a16:creationId xmlns:a16="http://schemas.microsoft.com/office/drawing/2014/main" id="{C6911B8F-48A5-4ED5-BA57-1696621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666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FCA5A5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SAT-16</a:t>
            </a:r>
            <a:endParaRPr sz="1650" b="1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SAT-20">
            <a:extLst xmlns:a="http://schemas.openxmlformats.org/drawingml/2006/main">
              <a:ext uri="{FF2B5EF4-FFF2-40B4-BE49-F238E27FC236}">
                <a16:creationId xmlns:a16="http://schemas.microsoft.com/office/drawing/2014/main" id="{86CFB998-CE4B-47C7-813D-D2674D60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352800"/>
            <a:ext cx="23241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B39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rPr>
              <a:t>SAT-20</a:t>
            </a:r>
            <a:endParaRPr sz="1950" b="1">
              <a:solidFill>
                <a:srgbClr val="A1620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buNone/>
              <a:def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A16207"/>
                </a:solidFill>
                <a:latin typeface="Noto Sans SC"/>
                <a:ea typeface="Noto Sans SC"/>
                <a:cs typeface="Noto Sans SC"/>
              </a:rPr>
              <a:t>共同经过节点</a:t>
            </a:r>
            <a:endParaRPr sz="1950" b="1">
              <a:solidFill>
                <a:srgbClr val="A1620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GS-01">
            <a:extLst xmlns:a="http://schemas.openxmlformats.org/drawingml/2006/main">
              <a:ext uri="{FF2B5EF4-FFF2-40B4-BE49-F238E27FC236}">
                <a16:creationId xmlns:a16="http://schemas.microsoft.com/office/drawing/2014/main" id="{11297AE2-1F3E-4871-BD71-A64C66DD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GS-01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GS-02">
            <a:extLst xmlns:a="http://schemas.openxmlformats.org/drawingml/2006/main">
              <a:ext uri="{FF2B5EF4-FFF2-40B4-BE49-F238E27FC236}">
                <a16:creationId xmlns:a16="http://schemas.microsoft.com/office/drawing/2014/main" id="{76E6F358-53AF-4DD2-AE7A-FE05F3A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006DB8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GS-02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5" name="异常卫星">
            <a:extLst xmlns:a="http://schemas.openxmlformats.org/drawingml/2006/main">
              <a:ext uri="{FF2B5EF4-FFF2-40B4-BE49-F238E27FC236}">
                <a16:creationId xmlns:a16="http://schemas.microsoft.com/office/drawing/2014/main" id="{31B0E756-43DB-42A4-A2B9-F761AA62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异常卫星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查询故障时刻的实际路径">
            <a:extLst xmlns:a="http://schemas.openxmlformats.org/drawingml/2006/main">
              <a:ext uri="{FF2B5EF4-FFF2-40B4-BE49-F238E27FC236}">
                <a16:creationId xmlns:a16="http://schemas.microsoft.com/office/drawing/2014/main" id="{E6051EBB-8168-45A0-A4E4-E8CA42AF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查询故障时刻的实际路径</a:t>
            </a:r>
            <a:endParaRPr sz="1650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关联地面站示意">
            <a:extLst xmlns:a="http://schemas.openxmlformats.org/drawingml/2006/main">
              <a:ext uri="{FF2B5EF4-FFF2-40B4-BE49-F238E27FC236}">
                <a16:creationId xmlns:a16="http://schemas.microsoft.com/office/drawing/2014/main" id="{A915DB61-8214-4433-98D2-FE2456EE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关联地面站示意</a:t>
            </a:r>
            <a:endParaRPr sz="17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8" name="候选：SAT-20，以及相关地面站或链路。">
            <a:extLst xmlns:a="http://schemas.openxmlformats.org/drawingml/2006/main">
              <a:ext uri="{FF2B5EF4-FFF2-40B4-BE49-F238E27FC236}">
                <a16:creationId xmlns:a16="http://schemas.microsoft.com/office/drawing/2014/main" id="{94947EAC-DBFF-445C-8526-4B6ACF0C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381625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候选：SAT-20、相关地面站或链路。</a:t>
            </a:r>
            <a:endParaRPr sz="16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补查指标、对照路由、告警和恢复记录。</a:t>
            </a:r>
            <a:endParaRPr sz="16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975307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E90F8B69-BE3B-4763-8A45-750FC53F01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6c705e1be44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8056472-2208-4658-B303-20CC0F32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候选对象的数据对照</a:t>
            </a:r>
            <a:endParaRPr sz="1100"/>
          </a:p>
        </p:txBody>
      </p:sp>
      <p:sp>
        <p:nvSpPr>
          <p:cNvPr id="16" name="假设数据：在时间、负载等条件相近的路由中，比较可用度下降">
            <a:extLst xmlns:a="http://schemas.openxmlformats.org/drawingml/2006/main">
              <a:ext uri="{FF2B5EF4-FFF2-40B4-BE49-F238E27FC236}">
                <a16:creationId xmlns:a16="http://schemas.microsoft.com/office/drawing/2014/main" id="{E12328A6-E848-4072-88CB-93B6147B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假设数据：用补查的路由与指标，比较同一时段、条件相近的路由变化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ED95326E-8024-4648-8170-F725C788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</a:ln>
        </p:spPr>
      </p:sp>
      <p:sp>
        <p:nvSpPr>
          <p:cNvPr id="18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162A5436-C650-4F2C-B8DE-95EBABA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11 / 15">
            <a:extLst xmlns:a="http://schemas.openxmlformats.org/drawingml/2006/main">
              <a:ext uri="{FF2B5EF4-FFF2-40B4-BE49-F238E27FC236}">
                <a16:creationId xmlns:a16="http://schemas.microsoft.com/office/drawing/2014/main" id="{5426EF54-A4F2-4279-A5CA-E942D05B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11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20" name="表格 19">
            <a:extLst xmlns:a="http://schemas.openxmlformats.org/drawingml/2006/main">
              <a:ext uri="{FF2B5EF4-FFF2-40B4-BE49-F238E27FC236}">
                <a16:creationId xmlns:a16="http://schemas.microsoft.com/office/drawing/2014/main" id="{2287615F-34C7-4814-8E87-84A208BB4913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086350" cy="28194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38300"/>
                <a:gridCol w="1714500"/>
                <a:gridCol w="1733550"/>
              </a:tblGrid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经过卫星</a:t>
                      </a:r>
                      <a:endParaRPr sz="157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使用地面站</a:t>
                      </a:r>
                      <a:endParaRPr sz="157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下降幅度</a:t>
                      </a:r>
                      <a:endParaRPr sz="157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SAT-20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GS-01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SAT-20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GS-02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SAT-21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GS-01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0.5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5638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SAT-21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GS-02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75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0.4 个百分点</a:t>
                      </a:r>
                      <a:endParaRPr sz="1575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经过 SAT-20，换地面站仍明显下降。">
            <a:extLst xmlns:a="http://schemas.openxmlformats.org/drawingml/2006/main">
              <a:ext uri="{FF2B5EF4-FFF2-40B4-BE49-F238E27FC236}">
                <a16:creationId xmlns:a16="http://schemas.microsoft.com/office/drawing/2014/main" id="{61438744-D9A3-4280-84B5-3A15F5E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经 SAT-20 的路由，连接不同地面站都明显下降。</a:t>
            </a:r>
            <a:endParaRPr sz="180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同一地面站上，经 SAT-21 的路由基本正常。</a:t>
            </a:r>
            <a:endParaRPr sz="180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D9ECD9AE-C6AD-4CC7-B6B0-76C8C6176CAA}"/>
              </a:ext>
            </a:extLst>
          </p:cNvPr>
          <p:cNvGraphicFramePr/>
          <p:nvPr/>
        </p:nvGraphicFramePr>
        <p:xfrm>
          <a:off xmlns:a="http://schemas.openxmlformats.org/drawingml/2006/main" x="6115050" y="1981200"/>
          <a:ext xmlns:a="http://schemas.openxmlformats.org/drawingml/2006/main" cx="54673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448f9a59be4ac0"/>
          </a:graphicData>
        </a:graphic>
      </p:graphicFrame>
    </p:spTree>
    <p:extLst>
      <p:ext uri="{BB962C8B-B14F-4D97-AF65-F5344CB8AC3E}">
        <p14:creationId xmlns:p14="http://schemas.microsoft.com/office/powerpoint/2010/main" val="6366827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4D09CA4F-4A67-49F5-BF4F-8EA31E9956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c979a50f344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2F0AA50-BE7A-4695-9467-62A52B6D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后续增强：算法如何辅助排查</a:t>
            </a:r>
            <a:endParaRPr sz="1100"/>
          </a:p>
        </p:txBody>
      </p:sp>
      <p:sp>
        <p:nvSpPr>
          <p:cNvPr id="16" name="算法帮助发现和比较证据，是否能确认原因仍取决于数据、假设与验证">
            <a:extLst xmlns:a="http://schemas.openxmlformats.org/drawingml/2006/main">
              <a:ext uri="{FF2B5EF4-FFF2-40B4-BE49-F238E27FC236}">
                <a16:creationId xmlns:a16="http://schemas.microsoft.com/office/drawing/2014/main" id="{066D80FD-DC9D-42C6-9E70-F15ACE22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首版先用简单对照，复杂算法后续验证，不能单凭相关性确认原因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17" name="表格 16">
            <a:extLst xmlns:a="http://schemas.openxmlformats.org/drawingml/2006/main">
              <a:ext uri="{FF2B5EF4-FFF2-40B4-BE49-F238E27FC236}">
                <a16:creationId xmlns:a16="http://schemas.microsoft.com/office/drawing/2014/main" id="{F34EAA40-7F51-47CE-A586-8BB57CD195DC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49567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24025"/>
                <a:gridCol w="2305050"/>
                <a:gridCol w="3600450"/>
                <a:gridCol w="3343275"/>
              </a:tblGrid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提升方向</a:t>
                      </a:r>
                      <a:endParaRPr sz="15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候选方法</a:t>
                      </a:r>
                      <a:endParaRPr sz="15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在流程中的作用</a:t>
                      </a:r>
                      <a:endParaRPr sz="15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启用条件</a:t>
                      </a:r>
                      <a:endParaRPr sz="15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异常发现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EWMA / CUSUM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发现缓慢变差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与变化起点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稳定基线与采样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检查自相关等条件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候选排序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分组对照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贝叶斯网络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比较不同候选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汇总多条证据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可比对照、足够样本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领域关系与校准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传播关系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本体约束的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PCMCI+ 等方法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研究同时与滞后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关系及传播线索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较长多变量时序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检验方法假设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9913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原因贡献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因果模型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反事实分析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估计改变候选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可能带来的指标影响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可识别因果结构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r>
                        <a:rPr sz="15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验证与反驳测试</a:t>
                      </a:r>
                      <a:endParaRPr sz="15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95250" marB="9525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接入方式：把算法封装成可替换 Skill / 处理器，用已知故障回放验证">
            <a:extLst xmlns:a="http://schemas.openxmlformats.org/drawingml/2006/main">
              <a:ext uri="{FF2B5EF4-FFF2-40B4-BE49-F238E27FC236}">
                <a16:creationId xmlns:a16="http://schemas.microsoft.com/office/drawing/2014/main" id="{6223011D-F64F-4579-B11B-8EB1CD34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后续接入：将算法做成可调用能力，用已知故障案例回放检验效果。</a:t>
            </a:r>
            <a:endParaRPr sz="157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61F53824-D8B2-4807-AEF4-4DF6C97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</a:ln>
        </p:spPr>
      </p:sp>
      <p:sp>
        <p:nvSpPr>
          <p:cNvPr id="20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01B517D8-909F-43A0-BD2F-B7A14EF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20 / 22">
            <a:extLst xmlns:a="http://schemas.openxmlformats.org/drawingml/2006/main">
              <a:ext uri="{FF2B5EF4-FFF2-40B4-BE49-F238E27FC236}">
                <a16:creationId xmlns:a16="http://schemas.microsoft.com/office/drawing/2014/main" id="{74839DC1-0C3E-47E3-B61B-E85F78C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12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778501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D33D724E-ABE6-4B00-AF40-40F326685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f21fcffd741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9EF6A2C-464D-45DD-BFAD-FE013677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综合判断与排查报告</a:t>
            </a:r>
            <a:endParaRPr sz="1100"/>
          </a:p>
        </p:txBody>
      </p:sp>
      <p:sp>
        <p:nvSpPr>
          <p:cNvPr id="16" name="假设示例：路由比较和提前告警支持 SAT-20，仍需核查其他原因">
            <a:extLst xmlns:a="http://schemas.openxmlformats.org/drawingml/2006/main">
              <a:ext uri="{FF2B5EF4-FFF2-40B4-BE49-F238E27FC236}">
                <a16:creationId xmlns:a16="http://schemas.microsoft.com/office/drawing/2014/main" id="{56C84F8B-72D1-4AC0-8CF6-310E6C4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假设示例：汇总路由比较与告警证据，说明优先检查谁、依据和待查事项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2401B3E-F2BF-4CB5-8673-0DC73667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72" y="2814638"/>
            <a:ext cx="11644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11">
            <a:solidFill>
              <a:srgbClr val="006DB8"/>
            </a:solidFill>
            <a:prstDash val="solid"/>
          </a:ln>
        </p:spPr>
      </p:sp>
      <p:sp>
        <p:nvSpPr>
          <p:cNvPr id="18" name="卫星矢量太阳翼">
            <a:extLst xmlns:a="http://schemas.openxmlformats.org/drawingml/2006/main">
              <a:ext uri="{FF2B5EF4-FFF2-40B4-BE49-F238E27FC236}">
                <a16:creationId xmlns:a16="http://schemas.microsoft.com/office/drawing/2014/main" id="{C62841C9-A6F4-44C6-BF95-39A2351D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751"/>
            <a:ext cx="494883" cy="4754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407">
            <a:solidFill>
              <a:srgbClr val="006DB8"/>
            </a:solidFill>
          </a:ln>
        </p:spPr>
      </p:sp>
      <p:sp>
        <p:nvSpPr>
          <p:cNvPr id="19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76C6AB4C-8A11-4AE4-B705-912E617C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61" y="2581751"/>
            <a:ext cx="0" cy="475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04">
            <a:solidFill>
              <a:srgbClr val="006DB8"/>
            </a:solidFill>
            <a:prstDash val="solid"/>
          </a:ln>
        </p:spPr>
      </p:sp>
      <p:sp>
        <p:nvSpPr>
          <p:cNvPr id="20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6675869-0085-476E-978B-E1F16B7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22" y="2581751"/>
            <a:ext cx="0" cy="475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04">
            <a:solidFill>
              <a:srgbClr val="006DB8"/>
            </a:solidFill>
            <a:prstDash val="solid"/>
          </a:ln>
        </p:spPr>
      </p:sp>
      <p:sp>
        <p:nvSpPr>
          <p:cNvPr id="2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B1BBEB15-316B-4679-A012-C517F5FF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89"/>
            <a:ext cx="4948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04">
            <a:solidFill>
              <a:srgbClr val="006DB8"/>
            </a:solidFill>
            <a:prstDash val="solid"/>
          </a:ln>
        </p:spPr>
      </p:sp>
      <p:sp>
        <p:nvSpPr>
          <p:cNvPr id="22" name="卫星矢量太阳翼">
            <a:extLst xmlns:a="http://schemas.openxmlformats.org/drawingml/2006/main">
              <a:ext uri="{FF2B5EF4-FFF2-40B4-BE49-F238E27FC236}">
                <a16:creationId xmlns:a16="http://schemas.microsoft.com/office/drawing/2014/main" id="{A3DE8EB2-04D0-46B3-8BE5-62FAE51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492" y="2581751"/>
            <a:ext cx="494883" cy="4754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407">
            <a:solidFill>
              <a:srgbClr val="006DB8"/>
            </a:solidFill>
          </a:ln>
        </p:spPr>
      </p:sp>
      <p:sp>
        <p:nvSpPr>
          <p:cNvPr id="23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FFB9C27B-9B45-4F7F-8418-0D664957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53" y="2581751"/>
            <a:ext cx="0" cy="475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04">
            <a:solidFill>
              <a:srgbClr val="006DB8"/>
            </a:solidFill>
            <a:prstDash val="solid"/>
          </a:ln>
        </p:spPr>
      </p:sp>
      <p:sp>
        <p:nvSpPr>
          <p:cNvPr id="24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398B9085-9992-42D1-8155-2FB3A5A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414" y="2581751"/>
            <a:ext cx="0" cy="475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04">
            <a:solidFill>
              <a:srgbClr val="006DB8"/>
            </a:solidFill>
            <a:prstDash val="solid"/>
          </a:ln>
        </p:spPr>
      </p:sp>
      <p:sp>
        <p:nvSpPr>
          <p:cNvPr id="25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51E32194-0CD8-423B-B0F8-D8AE4C8F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492" y="2819489"/>
            <a:ext cx="4948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04">
            <a:solidFill>
              <a:srgbClr val="006DB8"/>
            </a:solidFill>
            <a:prstDash val="solid"/>
          </a:ln>
        </p:spPr>
      </p:sp>
      <p:sp>
        <p:nvSpPr>
          <p:cNvPr id="26" name="卫星矢量主体">
            <a:extLst xmlns:a="http://schemas.openxmlformats.org/drawingml/2006/main">
              <a:ext uri="{FF2B5EF4-FFF2-40B4-BE49-F238E27FC236}">
                <a16:creationId xmlns:a16="http://schemas.microsoft.com/office/drawing/2014/main" id="{DE1AC8B2-5632-434F-9D4A-7BC69FF4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312" y="2504123"/>
            <a:ext cx="407551" cy="6307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B77"/>
          </a:solidFill>
          <a:ln xmlns:a="http://schemas.openxmlformats.org/drawingml/2006/main" w="23289">
            <a:solidFill>
              <a:srgbClr val="006DB8"/>
            </a:solidFill>
          </a:ln>
        </p:spPr>
      </p:sp>
      <p:sp>
        <p:nvSpPr>
          <p:cNvPr id="27" name="卫星矢量载荷">
            <a:extLst xmlns:a="http://schemas.openxmlformats.org/drawingml/2006/main">
              <a:ext uri="{FF2B5EF4-FFF2-40B4-BE49-F238E27FC236}">
                <a16:creationId xmlns:a16="http://schemas.microsoft.com/office/drawing/2014/main" id="{D5A07C63-CC38-4D0C-9B1C-AEFCDEF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534" y="2610862"/>
            <a:ext cx="291108" cy="174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A71B88FB-B15F-4E3F-A430-16FCF071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8" y="2339161"/>
            <a:ext cx="0" cy="1649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07">
            <a:solidFill>
              <a:srgbClr val="006DB8"/>
            </a:solidFill>
            <a:prstDash val="solid"/>
          </a:ln>
        </p:spPr>
      </p:sp>
      <p:sp>
        <p:nvSpPr>
          <p:cNvPr id="29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F69B2D7D-F81C-42BE-AF52-5AB27B3E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273" y="2271236"/>
            <a:ext cx="77629" cy="776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30" name="矢量图形">
            <a:extLst xmlns:a="http://schemas.openxmlformats.org/drawingml/2006/main">
              <a:ext uri="{FF2B5EF4-FFF2-40B4-BE49-F238E27FC236}">
                <a16:creationId xmlns:a16="http://schemas.microsoft.com/office/drawing/2014/main" id="{F3CB27EF-8B1F-47D2-B7D5-877CC28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" y="2145090"/>
            <a:ext cx="310515" cy="194072"/>
          </a:xfrm>
          <a:custGeom xmlns:a="http://schemas.openxmlformats.org/drawingml/2006/main">
            <a:pathLst>
              <a:path w="310515" h="194072">
                <a:moveTo>
                  <a:pt x="0" y="194072"/>
                </a:moveTo>
                <a:quadBezTo>
                  <a:pt x="155258" y="0"/>
                  <a:pt x="310515" y="194072"/>
                </a:quadBezTo>
              </a:path>
            </a:pathLst>
          </a:custGeom>
          <a:noFill xmlns:a="http://schemas.openxmlformats.org/drawingml/2006/main"/>
          <a:ln xmlns:a="http://schemas.openxmlformats.org/drawingml/2006/main" w="19407">
            <a:solidFill>
              <a:srgbClr val="006DB8"/>
            </a:solidFill>
          </a:ln>
        </p:spPr>
      </p:sp>
      <p:sp>
        <p:nvSpPr>
          <p:cNvPr id="3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782A9899-8390-4B24-A211-B0E8E508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8" y="3134856"/>
            <a:ext cx="0" cy="1552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07">
            <a:solidFill>
              <a:srgbClr val="006DB8"/>
            </a:solidFill>
            <a:prstDash val="solid"/>
          </a:ln>
        </p:spPr>
      </p:sp>
      <p:sp>
        <p:nvSpPr>
          <p:cNvPr id="32" name="优先检查 SAT-20">
            <a:extLst xmlns:a="http://schemas.openxmlformats.org/drawingml/2006/main">
              <a:ext uri="{FF2B5EF4-FFF2-40B4-BE49-F238E27FC236}">
                <a16:creationId xmlns:a16="http://schemas.microsoft.com/office/drawing/2014/main" id="{F2AEC392-7E33-43E9-A869-2BD82A09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优先检查 SAT-20</a:t>
            </a:r>
            <a:endParaRPr sz="285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这是排查建议，最终原因仍需记录和人工核实">
            <a:extLst xmlns:a="http://schemas.openxmlformats.org/drawingml/2006/main">
              <a:ext uri="{FF2B5EF4-FFF2-40B4-BE49-F238E27FC236}">
                <a16:creationId xmlns:a16="http://schemas.microsoft.com/office/drawing/2014/main" id="{B2735D48-6FED-4935-AAEE-C2003C2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6227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这是排查建议，最终原因仍需记录和人工核实</a:t>
            </a:r>
            <a:endParaRPr sz="1875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C6AA312C-FA7F-4A56-8564-D5F5177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9EC"/>
            </a:solidFill>
            <a:prstDash val="solid"/>
          </a:ln>
        </p:spPr>
      </p:sp>
      <p:sp>
        <p:nvSpPr>
          <p:cNvPr id="35" name="为什么先查">
            <a:extLst xmlns:a="http://schemas.openxmlformats.org/drawingml/2006/main">
              <a:ext uri="{FF2B5EF4-FFF2-40B4-BE49-F238E27FC236}">
                <a16:creationId xmlns:a16="http://schemas.microsoft.com/office/drawing/2014/main" id="{04EE7904-2075-4021-B639-B193C05C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为什么先查</a:t>
            </a:r>
            <a:endParaRPr sz="195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共同路径和路由比较支持它，且有提前告警">
            <a:extLst xmlns:a="http://schemas.openxmlformats.org/drawingml/2006/main">
              <a:ext uri="{FF2B5EF4-FFF2-40B4-BE49-F238E27FC236}">
                <a16:creationId xmlns:a16="http://schemas.microsoft.com/office/drawing/2014/main" id="{825D5ECB-E7DD-49BD-91A2-6FF29DFC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90975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共同路径和路由比较支持它，且有提前告警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还要查什么">
            <a:extLst xmlns:a="http://schemas.openxmlformats.org/drawingml/2006/main">
              <a:ext uri="{FF2B5EF4-FFF2-40B4-BE49-F238E27FC236}">
                <a16:creationId xmlns:a16="http://schemas.microsoft.com/office/drawing/2014/main" id="{84A3E252-A708-477F-B920-B7DE9921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还要查什么</a:t>
            </a:r>
            <a:endParaRPr sz="195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8" name="相关链路是否异常，是否存在同时变更">
            <a:extLst xmlns:a="http://schemas.openxmlformats.org/drawingml/2006/main">
              <a:ext uri="{FF2B5EF4-FFF2-40B4-BE49-F238E27FC236}">
                <a16:creationId xmlns:a16="http://schemas.microsoft.com/office/drawing/2014/main" id="{69EF9541-0750-4E83-83E2-2306D0D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38675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相关链路是否异常，是否存在同时变更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9" name="证据不够时">
            <a:extLst xmlns:a="http://schemas.openxmlformats.org/drawingml/2006/main">
              <a:ext uri="{FF2B5EF4-FFF2-40B4-BE49-F238E27FC236}">
                <a16:creationId xmlns:a16="http://schemas.microsoft.com/office/drawing/2014/main" id="{88A6C74E-6EE2-4965-B6A2-218ED166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证据不够时</a:t>
            </a:r>
            <a:endParaRPr sz="195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0" name="保留多个候选，说明还缺哪些数据">
            <a:extLst xmlns:a="http://schemas.openxmlformats.org/drawingml/2006/main">
              <a:ext uri="{FF2B5EF4-FFF2-40B4-BE49-F238E27FC236}">
                <a16:creationId xmlns:a16="http://schemas.microsoft.com/office/drawing/2014/main" id="{DC500A46-84D6-45AC-9BD4-259BFF3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86375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保留多个候选，说明还缺哪些数据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A65AB61-502E-456C-996E-8467382A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42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2AEEE0A5-E798-4889-8864-D74A9069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3" name="09 / 14">
            <a:extLst xmlns:a="http://schemas.openxmlformats.org/drawingml/2006/main">
              <a:ext uri="{FF2B5EF4-FFF2-40B4-BE49-F238E27FC236}">
                <a16:creationId xmlns:a16="http://schemas.microsoft.com/office/drawing/2014/main" id="{2AEE5695-F74D-45C2-9FA9-51A6074A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13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930230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9A2C5F51-699A-41E6-836D-4B087E88A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d7e395a844a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7B568D7-2ECD-4360-9FCE-9E7AFF43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 技术方案：卫星场景的新增能力</a:t>
            </a:r>
            <a:endParaRPr sz="1100"/>
          </a:p>
        </p:txBody>
      </p:sp>
      <p:sp>
        <p:nvSpPr>
          <p:cNvPr id="16" name="继续使用现有任务工作台，新增卫星领域的关系、数据和比较能力">
            <a:extLst xmlns:a="http://schemas.openxmlformats.org/drawingml/2006/main">
              <a:ext uri="{FF2B5EF4-FFF2-40B4-BE49-F238E27FC236}">
                <a16:creationId xmlns:a16="http://schemas.microsoft.com/office/drawing/2014/main" id="{F3B02F9A-8F62-4BC9-8E22-B172B59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拟新增：复用现有任务工作台，补齐卫星领域的关系、数据和比较能力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流程节点">
            <a:extLst xmlns:a="http://schemas.openxmlformats.org/drawingml/2006/main">
              <a:ext uri="{FF2B5EF4-FFF2-40B4-BE49-F238E27FC236}">
                <a16:creationId xmlns:a16="http://schemas.microsoft.com/office/drawing/2014/main" id="{B9677B42-722B-44C6-94D1-BD38A4F9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18" name="复用：需求输入、任务执行、结果报告和过程记录">
            <a:extLst xmlns:a="http://schemas.openxmlformats.org/drawingml/2006/main">
              <a:ext uri="{FF2B5EF4-FFF2-40B4-BE49-F238E27FC236}">
                <a16:creationId xmlns:a16="http://schemas.microsoft.com/office/drawing/2014/main" id="{4914DD9E-7B21-44BC-9C69-E9667F37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复用：需求输入、任务执行、结果报告和过程记录</a:t>
            </a:r>
            <a:endParaRPr sz="21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领域关系与规则">
            <a:extLst xmlns:a="http://schemas.openxmlformats.org/drawingml/2006/main">
              <a:ext uri="{FF2B5EF4-FFF2-40B4-BE49-F238E27FC236}">
                <a16:creationId xmlns:a16="http://schemas.microsoft.com/office/drawing/2014/main" id="{4128AA34-6DB0-4EA4-9221-9F1E28B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领域关系与规则</a:t>
            </a:r>
            <a:endParaRPr sz="217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2BE78F3C-3E01-4510-9B66-43B1D62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9EC"/>
            </a:solidFill>
            <a:prstDash val="solid"/>
          </a:ln>
        </p:spPr>
      </p:sp>
      <p:sp>
        <p:nvSpPr>
          <p:cNvPr id="21" name="定义卫星、地面站和路由">
            <a:extLst xmlns:a="http://schemas.openxmlformats.org/drawingml/2006/main">
              <a:ext uri="{FF2B5EF4-FFF2-40B4-BE49-F238E27FC236}">
                <a16:creationId xmlns:a16="http://schemas.microsoft.com/office/drawing/2014/main" id="{0FC1D4A4-6A4A-4AD9-AEAB-85738AF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31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定义卫星、地面站和路由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本体规则找出共同依赖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卫星数据查询">
            <a:extLst xmlns:a="http://schemas.openxmlformats.org/drawingml/2006/main">
              <a:ext uri="{FF2B5EF4-FFF2-40B4-BE49-F238E27FC236}">
                <a16:creationId xmlns:a16="http://schemas.microsoft.com/office/drawing/2014/main" id="{1DA78C80-8583-4FDD-96AE-EF3120A7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卫星数据查询</a:t>
            </a:r>
            <a:endParaRPr sz="217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9EA25138-3690-47DA-AB4C-10B876E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243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9EC"/>
            </a:solidFill>
            <a:prstDash val="solid"/>
          </a:ln>
        </p:spPr>
      </p:sp>
      <p:sp>
        <p:nvSpPr>
          <p:cNvPr id="24" name="接入指标、路由和告警">
            <a:extLst xmlns:a="http://schemas.openxmlformats.org/drawingml/2006/main">
              <a:ext uri="{FF2B5EF4-FFF2-40B4-BE49-F238E27FC236}">
                <a16:creationId xmlns:a16="http://schemas.microsoft.com/office/drawing/2014/main" id="{44675139-4A9F-48C3-ADF6-C183290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76725"/>
            <a:ext cx="331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接入指标、路由和告警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按对象编号与时间查询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比较与结果整理">
            <a:extLst xmlns:a="http://schemas.openxmlformats.org/drawingml/2006/main">
              <a:ext uri="{FF2B5EF4-FFF2-40B4-BE49-F238E27FC236}">
                <a16:creationId xmlns:a16="http://schemas.microsoft.com/office/drawing/2014/main" id="{18A8AABE-3507-42A2-90F6-8D394C24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比较与结果整理</a:t>
            </a:r>
            <a:endParaRPr sz="217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2F87C2C2-26F5-4DB9-8084-B86E1C9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9EC"/>
            </a:solidFill>
            <a:prstDash val="solid"/>
          </a:ln>
        </p:spPr>
      </p:sp>
      <p:sp>
        <p:nvSpPr>
          <p:cNvPr id="27" name="比较相关路由的变化">
            <a:extLst xmlns:a="http://schemas.openxmlformats.org/drawingml/2006/main">
              <a:ext uri="{FF2B5EF4-FFF2-40B4-BE49-F238E27FC236}">
                <a16:creationId xmlns:a16="http://schemas.microsoft.com/office/drawing/2014/main" id="{876D4798-8227-4970-9097-609B6CD9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76725"/>
            <a:ext cx="331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比较相关路由的变化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给出优先级和判断依据</a:t>
            </a:r>
            <a:endParaRPr sz="187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首版采用关系规则和简单比较，先验证能否帮助排查。">
            <a:extLst xmlns:a="http://schemas.openxmlformats.org/drawingml/2006/main">
              <a:ext uri="{FF2B5EF4-FFF2-40B4-BE49-F238E27FC236}">
                <a16:creationId xmlns:a16="http://schemas.microsoft.com/office/drawing/2014/main" id="{BA12F8E5-90E5-479F-8D74-7EA3035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首版采用关系规则和简单比较，先验证能否帮助排查。</a:t>
            </a:r>
            <a:endParaRPr sz="202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F7DECB36-F023-49D6-8E78-F4E27C78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30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13AC885A-46AF-4AE2-96AF-B62150A8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10 / 14">
            <a:extLst xmlns:a="http://schemas.openxmlformats.org/drawingml/2006/main">
              <a:ext uri="{FF2B5EF4-FFF2-40B4-BE49-F238E27FC236}">
                <a16:creationId xmlns:a16="http://schemas.microsoft.com/office/drawing/2014/main" id="{07FB1CFE-E5FF-47E4-8D58-540ACB89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14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03785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071C8590-A33C-4C1A-ADC0-CB04776D1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176acff684d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A2E8141-D2CF-44A8-9B08-70C49B66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 数据准备：历史案例与对照记录</a:t>
            </a:r>
            <a:endParaRPr sz="1100"/>
          </a:p>
        </p:txBody>
      </p:sp>
      <p:sp>
        <p:nvSpPr>
          <p:cNvPr id="16" name="先要一份可脱敏的历史故障案例，覆盖异常前、异常中和恢复后">
            <a:extLst xmlns:a="http://schemas.openxmlformats.org/drawingml/2006/main">
              <a:ext uri="{FF2B5EF4-FFF2-40B4-BE49-F238E27FC236}">
                <a16:creationId xmlns:a16="http://schemas.microsoft.com/office/drawing/2014/main" id="{A46A7DCB-E207-47FB-8858-16DE6CEB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先要一份可脱敏的历史故障案例，覆盖异常前、异常中和恢复后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17" name="表格 16">
            <a:extLst xmlns:a="http://schemas.openxmlformats.org/drawingml/2006/main">
              <a:ext uri="{FF2B5EF4-FFF2-40B4-BE49-F238E27FC236}">
                <a16:creationId xmlns:a16="http://schemas.microsoft.com/office/drawing/2014/main" id="{475D72C7-C9DD-4FDF-8589-88DFF78BE26B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62250"/>
                <a:gridCol w="8210550"/>
              </a:tblGrid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需要的内容</a:t>
                      </a:r>
                      <a:endParaRPr sz="18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最少要包含什么</a:t>
                      </a:r>
                      <a:endParaRPr sz="1800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T w="6668">
                      <a:solidFill>
                        <a:srgbClr val="C8D9EC"/>
                      </a:solidFill>
                      <a:prstDash val="solid"/>
                    </a:lnT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006DB8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指标记录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异常与正常对象的编号、时间、指标值和指标含义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当时的路由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经过哪些卫星、接哪个地面站、关系有效时间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告警与处理记录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何时告警、是否变更、何时恢复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67818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已知故障说明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L w="6668">
                      <a:solidFill>
                        <a:srgbClr val="C8D9EC"/>
                      </a:solidFill>
                      <a:prstDash val="solid"/>
                    </a:lnL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E3A5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如已确认原因，请附人工排查结论</a:t>
                      </a:r>
                      <a:endParaRPr sz="1800" b="0">
                        <a:solidFill>
                          <a:srgbClr val="1E3A5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14300" marR="114300" marT="114300" marB="114300" anchor="ctr">
                    <a:lnR w="6668">
                      <a:solidFill>
                        <a:srgbClr val="C8D9EC"/>
                      </a:solidFill>
                      <a:prstDash val="solid"/>
                    </a:lnR>
                    <a:lnB w="6668">
                      <a:solidFill>
                        <a:srgbClr val="C8D9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同一时段需保留正常路由作比较。仿真可演示，真实数据用于验证。">
            <a:extLst xmlns:a="http://schemas.openxmlformats.org/drawingml/2006/main">
              <a:ext uri="{FF2B5EF4-FFF2-40B4-BE49-F238E27FC236}">
                <a16:creationId xmlns:a16="http://schemas.microsoft.com/office/drawing/2014/main" id="{5B40C373-FDB2-4376-8204-658BD747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同一时段需保留正常路由作比较。仿真可演示，真实数据用于验证。</a:t>
            </a:r>
            <a:endParaRPr sz="187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0DBC19E6-2E46-43A0-8DB2-03D7B93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0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388AB3B9-CE9D-475D-98DC-C6D5495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11 / 14">
            <a:extLst xmlns:a="http://schemas.openxmlformats.org/drawingml/2006/main">
              <a:ext uri="{FF2B5EF4-FFF2-40B4-BE49-F238E27FC236}">
                <a16:creationId xmlns:a16="http://schemas.microsoft.com/office/drawing/2014/main" id="{A9740AE9-E704-41BE-9E3B-F2FF8BB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15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5568372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C3AA776E-292E-481B-AA40-0C3AE37C5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7773d01904a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0B161DD-1EF0-4C6C-BC6F-0C6BCDA4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 规则准备：关系定义与排查经验</a:t>
            </a:r>
            <a:endParaRPr sz="1100"/>
          </a:p>
        </p:txBody>
      </p:sp>
      <p:sp>
        <p:nvSpPr>
          <p:cNvPr id="16" name="可以先提供关系说明和排查经验，我们负责整理成本体与系统规则">
            <a:extLst xmlns:a="http://schemas.openxmlformats.org/drawingml/2006/main">
              <a:ext uri="{FF2B5EF4-FFF2-40B4-BE49-F238E27FC236}">
                <a16:creationId xmlns:a16="http://schemas.microsoft.com/office/drawing/2014/main" id="{35067FA5-2F79-4D4C-A9B8-A7A1DA1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可以先提供关系说明和排查经验，我们负责整理成本体与系统规则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关系是什么">
            <a:extLst xmlns:a="http://schemas.openxmlformats.org/drawingml/2006/main">
              <a:ext uri="{FF2B5EF4-FFF2-40B4-BE49-F238E27FC236}">
                <a16:creationId xmlns:a16="http://schemas.microsoft.com/office/drawing/2014/main" id="{28A5F6E7-06F9-4A5C-BD2F-17F0887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关系是什么</a:t>
            </a:r>
            <a:endParaRPr sz="217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路由经过哪些卫星？连接哪个地面站？">
            <a:extLst xmlns:a="http://schemas.openxmlformats.org/drawingml/2006/main">
              <a:ext uri="{FF2B5EF4-FFF2-40B4-BE49-F238E27FC236}">
                <a16:creationId xmlns:a16="http://schemas.microsoft.com/office/drawing/2014/main" id="{F59D43B3-5DD2-421F-BBA4-F6450DC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8172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路由经过哪些卫星？连接哪个地面站？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这些关系在什么时候有效？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D1814719-FFA5-4006-8605-F543501B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9EC"/>
            </a:solidFill>
            <a:prstDash val="solid"/>
          </a:ln>
        </p:spPr>
      </p:sp>
      <p:sp>
        <p:nvSpPr>
          <p:cNvPr id="20" name="怎样算异常">
            <a:extLst xmlns:a="http://schemas.openxmlformats.org/drawingml/2006/main">
              <a:ext uri="{FF2B5EF4-FFF2-40B4-BE49-F238E27FC236}">
                <a16:creationId xmlns:a16="http://schemas.microsoft.com/office/drawing/2014/main" id="{89757E41-491A-49FD-BD92-032FA4FE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怎样算异常</a:t>
            </a:r>
            <a:endParaRPr sz="217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指标下降多少、持续多久需要关注？">
            <a:extLst xmlns:a="http://schemas.openxmlformats.org/drawingml/2006/main">
              <a:ext uri="{FF2B5EF4-FFF2-40B4-BE49-F238E27FC236}">
                <a16:creationId xmlns:a16="http://schemas.microsoft.com/office/drawing/2014/main" id="{C08B8253-9BF5-4805-B493-741B0C1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62350"/>
            <a:ext cx="8172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指标下降多少、持续多久需要关注？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哪些情况属于正常切换？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5E0CAF05-65CE-4551-9678-2FE8294C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D9EC"/>
            </a:solidFill>
            <a:prstDash val="solid"/>
          </a:ln>
        </p:spPr>
      </p:sp>
      <p:sp>
        <p:nvSpPr>
          <p:cNvPr id="23" name="通常怎么排查">
            <a:extLst xmlns:a="http://schemas.openxmlformats.org/drawingml/2006/main">
              <a:ext uri="{FF2B5EF4-FFF2-40B4-BE49-F238E27FC236}">
                <a16:creationId xmlns:a16="http://schemas.microsoft.com/office/drawing/2014/main" id="{630E599B-A2DB-4698-95C2-11EF5FDC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通常怎么排查</a:t>
            </a:r>
            <a:endParaRPr sz="217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哪些告警值得先看？有哪些已知故障案例？">
            <a:extLst xmlns:a="http://schemas.openxmlformats.org/drawingml/2006/main">
              <a:ext uri="{FF2B5EF4-FFF2-40B4-BE49-F238E27FC236}">
                <a16:creationId xmlns:a16="http://schemas.microsoft.com/office/drawing/2014/main" id="{73E3229B-47E2-4F74-A3AD-677BF85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38725"/>
            <a:ext cx="8172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哪些告警值得先看？有哪些已知故障案例？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有现成 OWL 本体可以复用，没有也可以从业务说明开始。">
            <a:extLst xmlns:a="http://schemas.openxmlformats.org/drawingml/2006/main">
              <a:ext uri="{FF2B5EF4-FFF2-40B4-BE49-F238E27FC236}">
                <a16:creationId xmlns:a16="http://schemas.microsoft.com/office/drawing/2014/main" id="{05FA4F7A-75FF-46A0-A466-97B08CEA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有现成 OWL 本体可以复用，没有也可以从业务说明开始。</a:t>
            </a:r>
            <a:endParaRPr sz="1875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5C58E14C-643C-46B1-A244-B46C193B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7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27E90340-FCE3-4A61-A9A2-8730FFD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12 / 14">
            <a:extLst xmlns:a="http://schemas.openxmlformats.org/drawingml/2006/main">
              <a:ext uri="{FF2B5EF4-FFF2-40B4-BE49-F238E27FC236}">
                <a16:creationId xmlns:a16="http://schemas.microsoft.com/office/drawing/2014/main" id="{8ECFBF31-9FBC-493A-9177-C87583A5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16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6542693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B90DD334-AEC6-42C6-AEFF-CDA5F45E6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9a41303a346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3C5F93B-EA40-4CAA-BE8B-B78A2EBA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 两人分工：规则流程与数据展示</a:t>
            </a:r>
            <a:endParaRPr sz="1100"/>
          </a:p>
        </p:txBody>
      </p:sp>
      <p:sp>
        <p:nvSpPr>
          <p:cNvPr id="16" name="一个人负责关系和流程，一个人负责数据与页面">
            <a:extLst xmlns:a="http://schemas.openxmlformats.org/drawingml/2006/main">
              <a:ext uri="{FF2B5EF4-FFF2-40B4-BE49-F238E27FC236}">
                <a16:creationId xmlns:a16="http://schemas.microsoft.com/office/drawing/2014/main" id="{2589D4E1-533D-44E2-AFAD-B0B9452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一个人负责关系和流程，一个人负责数据与页面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成员 A：关系和流程">
            <a:extLst xmlns:a="http://schemas.openxmlformats.org/drawingml/2006/main">
              <a:ext uri="{FF2B5EF4-FFF2-40B4-BE49-F238E27FC236}">
                <a16:creationId xmlns:a16="http://schemas.microsoft.com/office/drawing/2014/main" id="{8DE7614D-2F5D-49B7-BAF3-AEA21F83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08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成员 A：关系和流程</a:t>
            </a:r>
            <a:endParaRPr sz="232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3EF9C0C-55BD-43E1-AAC5-D3531AC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508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9B77"/>
            </a:solidFill>
            <a:prstDash val="solid"/>
          </a:ln>
        </p:spPr>
      </p:sp>
      <p:sp>
        <p:nvSpPr>
          <p:cNvPr id="19" name="整理卫星与地面站的关系">
            <a:extLst xmlns:a="http://schemas.openxmlformats.org/drawingml/2006/main">
              <a:ext uri="{FF2B5EF4-FFF2-40B4-BE49-F238E27FC236}">
                <a16:creationId xmlns:a16="http://schemas.microsoft.com/office/drawing/2014/main" id="{51F9C66C-F34B-4804-A8F8-DEA610F0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086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整理卫星与地面站的关系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r>
              <a:t/>
            </a:r>
            <a:endParaRPr sz="2025"/>
          </a:p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把排查经验写成规则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r>
              <a:t/>
            </a:r>
            <a:endParaRPr sz="2025"/>
          </a:p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把排查过程串成自动流程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成员 B：数据和页面">
            <a:extLst xmlns:a="http://schemas.openxmlformats.org/drawingml/2006/main">
              <a:ext uri="{FF2B5EF4-FFF2-40B4-BE49-F238E27FC236}">
                <a16:creationId xmlns:a16="http://schemas.microsoft.com/office/drawing/2014/main" id="{F3508041-AD98-414C-92C0-2E17D659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508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成员 B：数据和页面</a:t>
            </a:r>
            <a:endParaRPr sz="2325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34A59EF7-F879-46D0-ADC9-20424163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47975"/>
            <a:ext cx="508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9B77"/>
            </a:solidFill>
            <a:prstDash val="solid"/>
          </a:ln>
        </p:spPr>
      </p:sp>
      <p:sp>
        <p:nvSpPr>
          <p:cNvPr id="22" name="整理指标、路由和告警">
            <a:extLst xmlns:a="http://schemas.openxmlformats.org/drawingml/2006/main">
              <a:ext uri="{FF2B5EF4-FFF2-40B4-BE49-F238E27FC236}">
                <a16:creationId xmlns:a16="http://schemas.microsoft.com/office/drawing/2014/main" id="{611BB226-9C52-4DAA-97A2-E993014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5086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整理指标、路由和告警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2025"/>
          </a:p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完成查询和简单比较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endParaRPr sz="2025"/>
          </a:p>
          <a:p xmlns:a="http://schemas.openxmlformats.org/drawingml/2006/main">
            <a:pPr algn="l">
              <a:buNone/>
              <a:def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展示关系图与排查报告</a:t>
            </a:r>
            <a:endParaRPr sz="2025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一起完成：用同一个已知故障案例跑通流程，核对结果。">
            <a:extLst xmlns:a="http://schemas.openxmlformats.org/drawingml/2006/main">
              <a:ext uri="{FF2B5EF4-FFF2-40B4-BE49-F238E27FC236}">
                <a16:creationId xmlns:a16="http://schemas.microsoft.com/office/drawing/2014/main" id="{33C59436-0E84-44FD-B436-17DA79F3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一起完成：用同一个已知故障案例跑通流程，核对结果。</a:t>
            </a:r>
            <a:endParaRPr sz="2025" b="1">
              <a:solidFill>
                <a:srgbClr val="15803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E1B3719-4758-4F9D-9D19-A3514DBD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5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EC08E8D2-C267-4048-831D-ABA89A69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13 / 14">
            <a:extLst xmlns:a="http://schemas.openxmlformats.org/drawingml/2006/main">
              <a:ext uri="{FF2B5EF4-FFF2-40B4-BE49-F238E27FC236}">
                <a16:creationId xmlns:a16="http://schemas.microsoft.com/office/drawing/2014/main" id="{248F52F0-7D6F-485B-87F8-FC5ECDDD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17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03065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>
            <a:extLst xmlns:a="http://schemas.openxmlformats.org/drawingml/2006/main">
              <a:ext uri="{FF2B5EF4-FFF2-40B4-BE49-F238E27FC236}">
                <a16:creationId xmlns:a16="http://schemas.microsoft.com/office/drawing/2014/main" id="{A6C54040-5981-4E5F-B520-AFF37044F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e50b2de4d4f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4650"/>
            <a:ext cx="12192000" cy="758825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0534A41-F271-4878-B2C2-93E7A628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89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 后续计划：首版验证与算法增强</a:t>
            </a:r>
            <a:endParaRPr sz="1100"/>
          </a:p>
        </p:txBody>
      </p:sp>
      <p:sp>
        <p:nvSpPr>
          <p:cNvPr id="16" name="先把一个案例讲清、跑通，再根据实际问题增加算法">
            <a:extLst xmlns:a="http://schemas.openxmlformats.org/drawingml/2006/main">
              <a:ext uri="{FF2B5EF4-FFF2-40B4-BE49-F238E27FC236}">
                <a16:creationId xmlns:a16="http://schemas.microsoft.com/office/drawing/2014/main" id="{036865D7-4E07-4A4F-BECA-4851037A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先把一个案例讲清、跑通，再根据实际问题增加算法</a:t>
            </a:r>
            <a:endParaRPr sz="1500" b="0">
              <a:solidFill>
                <a:srgbClr val="47556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C8164B14-499A-4EA4-9ADD-5CF18119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18" name="1">
            <a:extLst xmlns:a="http://schemas.openxmlformats.org/drawingml/2006/main">
              <a:ext uri="{FF2B5EF4-FFF2-40B4-BE49-F238E27FC236}">
                <a16:creationId xmlns:a16="http://schemas.microsoft.com/office/drawing/2014/main" id="{F826C82A-B4B9-4943-8761-B4EAE6AD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621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  <a:endParaRPr sz="21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先准备案例">
            <a:extLst xmlns:a="http://schemas.openxmlformats.org/drawingml/2006/main">
              <a:ext uri="{FF2B5EF4-FFF2-40B4-BE49-F238E27FC236}">
                <a16:creationId xmlns:a16="http://schemas.microsoft.com/office/drawing/2014/main" id="{404D3276-90DD-4A77-9502-EF5E2E9F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431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先准备案例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确认数据能否提供，和老师对齐关系与排查经验">
            <a:extLst xmlns:a="http://schemas.openxmlformats.org/drawingml/2006/main">
              <a:ext uri="{FF2B5EF4-FFF2-40B4-BE49-F238E27FC236}">
                <a16:creationId xmlns:a16="http://schemas.microsoft.com/office/drawing/2014/main" id="{F8E3DBE3-5912-4C91-BDBD-E93CDFB9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731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确认数据能否提供，和老师对齐关系与排查经验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112F0B92-1386-473E-A772-D3A1471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9EC"/>
            </a:solidFill>
            <a:prstDash val="solid"/>
          </a:ln>
        </p:spPr>
      </p:sp>
      <p:sp>
        <p:nvSpPr>
          <p:cNvPr id="22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C50E37CE-C608-4FE1-BC62-9EB65D58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B8"/>
          </a:solidFill>
          <a:ln xmlns:a="http://schemas.openxmlformats.org/drawingml/2006/main" w="0">
            <a:noFill/>
          </a:ln>
        </p:spPr>
      </p:sp>
      <p:sp>
        <p:nvSpPr>
          <p:cNvPr id="23" name="2">
            <a:extLst xmlns:a="http://schemas.openxmlformats.org/drawingml/2006/main">
              <a:ext uri="{FF2B5EF4-FFF2-40B4-BE49-F238E27FC236}">
                <a16:creationId xmlns:a16="http://schemas.microsoft.com/office/drawing/2014/main" id="{A9EF66E2-F889-4520-90C7-CD00F5C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0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  <a:endParaRPr sz="21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再完成首版">
            <a:extLst xmlns:a="http://schemas.openxmlformats.org/drawingml/2006/main">
              <a:ext uri="{FF2B5EF4-FFF2-40B4-BE49-F238E27FC236}">
                <a16:creationId xmlns:a16="http://schemas.microsoft.com/office/drawing/2014/main" id="{9AE47A9E-B458-4C14-AB88-A487BFFF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8137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6DB8"/>
                </a:solidFill>
                <a:latin typeface="Noto Sans SC"/>
                <a:ea typeface="Noto Sans SC"/>
                <a:cs typeface="Noto Sans SC"/>
              </a:rPr>
              <a:t>再完成首版</a:t>
            </a:r>
            <a:endParaRPr sz="2100" b="1">
              <a:solidFill>
                <a:srgbClr val="006D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接入样例，跑通四步流程，输出有依据的报告">
            <a:extLst xmlns:a="http://schemas.openxmlformats.org/drawingml/2006/main">
              <a:ext uri="{FF2B5EF4-FFF2-40B4-BE49-F238E27FC236}">
                <a16:creationId xmlns:a16="http://schemas.microsoft.com/office/drawing/2014/main" id="{910108BB-4D1F-43BF-B6B6-0AB9360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81375"/>
            <a:ext cx="731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接入样例，跑通完整流程，输出有依据的报告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88B54BFC-D163-4D10-9F18-BD5D57E7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9EC"/>
            </a:solidFill>
            <a:prstDash val="solid"/>
          </a:ln>
        </p:spPr>
      </p:sp>
      <p:sp>
        <p:nvSpPr>
          <p:cNvPr id="27" name="流程编号">
            <a:extLst xmlns:a="http://schemas.openxmlformats.org/drawingml/2006/main">
              <a:ext uri="{FF2B5EF4-FFF2-40B4-BE49-F238E27FC236}">
                <a16:creationId xmlns:a16="http://schemas.microsoft.com/office/drawing/2014/main" id="{FC749F8A-A876-4EE6-A47B-7EE7D214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B77"/>
          </a:solidFill>
          <a:ln xmlns:a="http://schemas.openxmlformats.org/drawingml/2006/main" w="0">
            <a:noFill/>
          </a:ln>
        </p:spPr>
      </p:sp>
      <p:sp>
        <p:nvSpPr>
          <p:cNvPr id="28" name="3">
            <a:extLst xmlns:a="http://schemas.openxmlformats.org/drawingml/2006/main">
              <a:ext uri="{FF2B5EF4-FFF2-40B4-BE49-F238E27FC236}">
                <a16:creationId xmlns:a16="http://schemas.microsoft.com/office/drawing/2014/main" id="{B457E151-E546-4DAB-98B8-254001C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386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  <a:endParaRPr sz="21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之后再提升">
            <a:extLst xmlns:a="http://schemas.openxmlformats.org/drawingml/2006/main">
              <a:ext uri="{FF2B5EF4-FFF2-40B4-BE49-F238E27FC236}">
                <a16:creationId xmlns:a16="http://schemas.microsoft.com/office/drawing/2014/main" id="{A8F68960-834D-4D8F-9FB1-7803F129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99671D"/>
                </a:solidFill>
                <a:latin typeface="Noto Sans SC"/>
                <a:ea typeface="Noto Sans SC"/>
                <a:cs typeface="Noto Sans SC"/>
              </a:rPr>
              <a:t>之后再提升</a:t>
            </a:r>
            <a:endParaRPr sz="2100" b="1">
              <a:solidFill>
                <a:srgbClr val="99671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用算法识别更慢的异常、比较更多候选，积累故障案例">
            <a:extLst xmlns:a="http://schemas.openxmlformats.org/drawingml/2006/main">
              <a:ext uri="{FF2B5EF4-FFF2-40B4-BE49-F238E27FC236}">
                <a16:creationId xmlns:a16="http://schemas.microsoft.com/office/drawing/2014/main" id="{FDFB6E68-139B-4075-9921-881AB1A5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19625"/>
            <a:ext cx="731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用算法识别更慢的异常、比较更多候选，积累故障案例</a:t>
            </a:r>
            <a:endParaRPr sz="1950" b="0">
              <a:solidFill>
                <a:srgbClr val="1E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算法帮助比较证据，最终判断仍要用已知案例检验。">
            <a:extLst xmlns:a="http://schemas.openxmlformats.org/drawingml/2006/main">
              <a:ext uri="{FF2B5EF4-FFF2-40B4-BE49-F238E27FC236}">
                <a16:creationId xmlns:a16="http://schemas.microsoft.com/office/drawing/2014/main" id="{9847EA70-1D93-45C2-A856-9DA1941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0508C"/>
                </a:solidFill>
                <a:latin typeface="Noto Sans SC"/>
                <a:ea typeface="Noto Sans SC"/>
                <a:cs typeface="Noto Sans SC"/>
              </a:rPr>
              <a:t>算法帮助比较证据，最终判断仍要用已知案例检验。</a:t>
            </a:r>
            <a:endParaRPr sz="1950" b="1">
              <a:solidFill>
                <a:srgbClr val="00508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关系连线">
            <a:extLst xmlns:a="http://schemas.openxmlformats.org/drawingml/2006/main">
              <a:ext uri="{FF2B5EF4-FFF2-40B4-BE49-F238E27FC236}">
                <a16:creationId xmlns:a16="http://schemas.microsoft.com/office/drawing/2014/main" id="{B258B11E-5A6E-4BC2-813F-2F3B88A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33" name="卫星网络异常关联与根因分析">
            <a:extLst xmlns:a="http://schemas.openxmlformats.org/drawingml/2006/main">
              <a:ext uri="{FF2B5EF4-FFF2-40B4-BE49-F238E27FC236}">
                <a16:creationId xmlns:a16="http://schemas.microsoft.com/office/drawing/2014/main" id="{810B0BA1-44D4-44E2-8D33-A6B6F9EB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卫星网络异常关联与根因分析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14 / 14">
            <a:extLst xmlns:a="http://schemas.openxmlformats.org/drawingml/2006/main">
              <a:ext uri="{FF2B5EF4-FFF2-40B4-BE49-F238E27FC236}">
                <a16:creationId xmlns:a16="http://schemas.microsoft.com/office/drawing/2014/main" id="{3F36113B-5175-4B40-8DD9-81F5B2E8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29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buNone/>
              <a:def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18 / 18</a:t>
            </a:r>
            <a:endParaRPr sz="1125" b="0">
              <a:solidFill>
                <a:srgbClr val="6474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2259807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2026-10-18T03:55:44.5910000Z</dcterms:created>
  <dcterms:modified xsi:type="dcterms:W3CDTF">2026-10-18T03:55:44.5910000Z</dcterms:modified>
</coreProperties>
</file>